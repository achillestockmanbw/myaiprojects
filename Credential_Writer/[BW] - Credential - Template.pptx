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1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2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70" r:id="rId4"/>
  </p:sldMasterIdLst>
  <p:notesMasterIdLst>
    <p:notesMasterId r:id="rId11"/>
  </p:notesMasterIdLst>
  <p:handoutMasterIdLst>
    <p:handoutMasterId r:id="rId12"/>
  </p:handoutMasterIdLst>
  <p:sldIdLst>
    <p:sldId id="2147472807" r:id="rId5"/>
    <p:sldId id="2147472811" r:id="rId6"/>
    <p:sldId id="6089" r:id="rId7"/>
    <p:sldId id="6093" r:id="rId8"/>
    <p:sldId id="6095" r:id="rId9"/>
    <p:sldId id="6094" r:id="rId10"/>
  </p:sldIdLst>
  <p:sldSz cx="12192000" cy="6858000"/>
  <p:notesSz cx="6797675" cy="9926638"/>
  <p:custDataLst>
    <p:tags r:id="rId13"/>
  </p:custDataLst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29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D5EE"/>
    <a:srgbClr val="9A3D9A"/>
    <a:srgbClr val="CAD7FF"/>
    <a:srgbClr val="003BF6"/>
    <a:srgbClr val="C5EBE1"/>
    <a:srgbClr val="6F8DB9"/>
    <a:srgbClr val="DFE5EF"/>
    <a:srgbClr val="C3CFE1"/>
    <a:srgbClr val="9DB1CF"/>
    <a:srgbClr val="4C6C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B23D02-670C-42F6-8689-798F16CBAA0B}" v="12" dt="2026-04-02T15:54:20.1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52"/>
      </p:cViewPr>
      <p:guideLst>
        <p:guide orient="horz" pos="1729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gs" Target="tags/tag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chille Stockman" userId="6d16ceb0-e15a-413a-84e2-1b4d08383c36" providerId="ADAL" clId="{B098BDFD-700D-4F34-A73A-EB0E778DB8A9}"/>
    <pc:docChg chg="addSld modSld">
      <pc:chgData name="Achille Stockman" userId="6d16ceb0-e15a-413a-84e2-1b4d08383c36" providerId="ADAL" clId="{B098BDFD-700D-4F34-A73A-EB0E778DB8A9}" dt="2026-04-02T15:54:20.144" v="31"/>
      <pc:docMkLst>
        <pc:docMk/>
      </pc:docMkLst>
      <pc:sldChg chg="modSp mod">
        <pc:chgData name="Achille Stockman" userId="6d16ceb0-e15a-413a-84e2-1b4d08383c36" providerId="ADAL" clId="{B098BDFD-700D-4F34-A73A-EB0E778DB8A9}" dt="2026-04-02T15:45:53.089" v="30" actId="20577"/>
        <pc:sldMkLst>
          <pc:docMk/>
          <pc:sldMk cId="3905665187" sldId="6089"/>
        </pc:sldMkLst>
        <pc:graphicFrameChg chg="mod modGraphic">
          <ac:chgData name="Achille Stockman" userId="6d16ceb0-e15a-413a-84e2-1b4d08383c36" providerId="ADAL" clId="{B098BDFD-700D-4F34-A73A-EB0E778DB8A9}" dt="2026-04-02T15:45:53.089" v="30" actId="20577"/>
          <ac:graphicFrameMkLst>
            <pc:docMk/>
            <pc:sldMk cId="3905665187" sldId="6089"/>
            <ac:graphicFrameMk id="19" creationId="{79416858-AC60-0726-50DB-A12C1AF8C994}"/>
          </ac:graphicFrameMkLst>
        </pc:graphicFrameChg>
        <pc:graphicFrameChg chg="mod modGraphic">
          <ac:chgData name="Achille Stockman" userId="6d16ceb0-e15a-413a-84e2-1b4d08383c36" providerId="ADAL" clId="{B098BDFD-700D-4F34-A73A-EB0E778DB8A9}" dt="2026-04-02T15:45:28.694" v="16" actId="20577"/>
          <ac:graphicFrameMkLst>
            <pc:docMk/>
            <pc:sldMk cId="3905665187" sldId="6089"/>
            <ac:graphicFrameMk id="25" creationId="{F379F80B-3F3F-E129-DCC0-E166F3ADB2D1}"/>
          </ac:graphicFrameMkLst>
        </pc:graphicFrameChg>
        <pc:graphicFrameChg chg="mod modGraphic">
          <ac:chgData name="Achille Stockman" userId="6d16ceb0-e15a-413a-84e2-1b4d08383c36" providerId="ADAL" clId="{B098BDFD-700D-4F34-A73A-EB0E778DB8A9}" dt="2026-04-02T15:45:39.283" v="24" actId="20577"/>
          <ac:graphicFrameMkLst>
            <pc:docMk/>
            <pc:sldMk cId="3905665187" sldId="6089"/>
            <ac:graphicFrameMk id="27" creationId="{405A3105-E637-665A-C58D-2AE5AE937225}"/>
          </ac:graphicFrameMkLst>
        </pc:graphicFrameChg>
      </pc:sldChg>
      <pc:sldChg chg="add">
        <pc:chgData name="Achille Stockman" userId="6d16ceb0-e15a-413a-84e2-1b4d08383c36" providerId="ADAL" clId="{B098BDFD-700D-4F34-A73A-EB0E778DB8A9}" dt="2026-04-02T15:54:20.144" v="31"/>
        <pc:sldMkLst>
          <pc:docMk/>
          <pc:sldMk cId="1574553285" sldId="6093"/>
        </pc:sldMkLst>
      </pc:sldChg>
      <pc:sldChg chg="add">
        <pc:chgData name="Achille Stockman" userId="6d16ceb0-e15a-413a-84e2-1b4d08383c36" providerId="ADAL" clId="{B098BDFD-700D-4F34-A73A-EB0E778DB8A9}" dt="2026-04-02T15:54:20.144" v="31"/>
        <pc:sldMkLst>
          <pc:docMk/>
          <pc:sldMk cId="1959708047" sldId="6094"/>
        </pc:sldMkLst>
      </pc:sldChg>
      <pc:sldChg chg="add">
        <pc:chgData name="Achille Stockman" userId="6d16ceb0-e15a-413a-84e2-1b4d08383c36" providerId="ADAL" clId="{B098BDFD-700D-4F34-A73A-EB0E778DB8A9}" dt="2026-04-02T15:54:20.144" v="31"/>
        <pc:sldMkLst>
          <pc:docMk/>
          <pc:sldMk cId="52364904" sldId="609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26B917E-ED8A-4582-BAC9-795136EC4CE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EF73CA-34B4-4F51-928C-C28BA8982BD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r">
              <a:defRPr sz="1200"/>
            </a:lvl1pPr>
          </a:lstStyle>
          <a:p>
            <a:fld id="{66AAE86D-6B1E-4ADE-8F0B-A2EE0C0E92AD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7CF2F4-4F2E-4682-B51A-F19EDA9B182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D4DC0E-DFF4-4A09-9270-AE47500798D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r">
              <a:defRPr sz="1200"/>
            </a:lvl1pPr>
          </a:lstStyle>
          <a:p>
            <a:fld id="{9E9CD9C5-4829-4596-9EFC-59D5EA888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4302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5659" cy="498056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l" eaLnBrk="1">
              <a:defRPr sz="1200"/>
            </a:lvl1pPr>
          </a:lstStyle>
          <a:p>
            <a:endParaRPr lang="en-US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50445" y="0"/>
            <a:ext cx="2945659" cy="498056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r">
              <a:defRPr sz="1200"/>
            </a:lvl1pPr>
          </a:lstStyle>
          <a:p>
            <a:fld id="{0975A096-A967-7148-BE28-0324CE144331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2" tIns="45711" rIns="91422" bIns="45711" rtlCol="0" anchor="ctr"/>
          <a:lstStyle/>
          <a:p>
            <a:endParaRPr lang="en-US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22" tIns="45711" rIns="91422" bIns="45711" rtlCol="0"/>
          <a:lstStyle/>
          <a:p>
            <a:pPr lvl="0"/>
            <a:r>
              <a:rPr lang="en-US"/>
              <a:t>Klikken om de tekststijl van het model te bewerken</a:t>
            </a:r>
          </a:p>
          <a:p>
            <a:pPr lvl="1"/>
            <a:r>
              <a:rPr lang="en-US"/>
              <a:t>Tweede niveau</a:t>
            </a:r>
          </a:p>
          <a:p>
            <a:pPr lvl="2"/>
            <a:r>
              <a:rPr lang="en-US"/>
              <a:t>Derde niveau</a:t>
            </a:r>
          </a:p>
          <a:p>
            <a:pPr lvl="3"/>
            <a:r>
              <a:rPr lang="en-US"/>
              <a:t>Vierde niveau</a:t>
            </a:r>
          </a:p>
          <a:p>
            <a:pPr lvl="4"/>
            <a:r>
              <a:rPr lang="en-US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2" y="9428586"/>
            <a:ext cx="2945659" cy="498055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l" eaLnBrk="1">
              <a:defRPr sz="1200"/>
            </a:lvl1pPr>
          </a:lstStyle>
          <a:p>
            <a:endParaRPr lang="en-US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50445" y="9428586"/>
            <a:ext cx="2945659" cy="498055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r">
              <a:defRPr sz="1200"/>
            </a:lvl1pPr>
          </a:lstStyle>
          <a:p>
            <a:fld id="{C0CBA8F2-2543-4341-9F14-8BC16E8756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566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Luc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CBA8F2-2543-4341-9F14-8BC16E87568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06345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Luc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CBA8F2-2543-4341-9F14-8BC16E87568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8732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oleObject" Target="../embeddings/oleObject4.bin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6.svg"/><Relationship Id="rId5" Type="http://schemas.openxmlformats.org/officeDocument/2006/relationships/image" Target="../media/image5.emf"/><Relationship Id="rId4" Type="http://schemas.openxmlformats.org/officeDocument/2006/relationships/oleObject" Target="../embeddings/oleObject3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5.emf"/><Relationship Id="rId4" Type="http://schemas.openxmlformats.org/officeDocument/2006/relationships/oleObject" Target="../embeddings/oleObject5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5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5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5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5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5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5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5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5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7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5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7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7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7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4" Type="http://schemas.openxmlformats.org/officeDocument/2006/relationships/image" Target="../media/image7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4" Type="http://schemas.openxmlformats.org/officeDocument/2006/relationships/image" Target="../media/image7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4" Type="http://schemas.openxmlformats.org/officeDocument/2006/relationships/image" Target="../media/image5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4" Type="http://schemas.openxmlformats.org/officeDocument/2006/relationships/image" Target="../media/image7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4" Type="http://schemas.openxmlformats.org/officeDocument/2006/relationships/image" Target="../media/image5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5" Type="http://schemas.openxmlformats.org/officeDocument/2006/relationships/image" Target="../media/image8.svg"/><Relationship Id="rId4" Type="http://schemas.openxmlformats.org/officeDocument/2006/relationships/image" Target="../media/image5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5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6" Type="http://schemas.openxmlformats.org/officeDocument/2006/relationships/image" Target="../media/image11.svg"/><Relationship Id="rId5" Type="http://schemas.openxmlformats.org/officeDocument/2006/relationships/image" Target="../media/image9.svg"/><Relationship Id="rId4" Type="http://schemas.openxmlformats.org/officeDocument/2006/relationships/image" Target="../media/image5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6" Type="http://schemas.openxmlformats.org/officeDocument/2006/relationships/image" Target="../media/image12.svg"/><Relationship Id="rId5" Type="http://schemas.openxmlformats.org/officeDocument/2006/relationships/image" Target="../media/image9.svg"/><Relationship Id="rId4" Type="http://schemas.openxmlformats.org/officeDocument/2006/relationships/image" Target="../media/image5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Relationship Id="rId6" Type="http://schemas.openxmlformats.org/officeDocument/2006/relationships/image" Target="../media/image13.svg"/><Relationship Id="rId5" Type="http://schemas.openxmlformats.org/officeDocument/2006/relationships/image" Target="../media/image9.svg"/><Relationship Id="rId4" Type="http://schemas.openxmlformats.org/officeDocument/2006/relationships/image" Target="../media/image5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5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4.xml"/><Relationship Id="rId6" Type="http://schemas.openxmlformats.org/officeDocument/2006/relationships/image" Target="../media/image15.svg"/><Relationship Id="rId5" Type="http://schemas.openxmlformats.org/officeDocument/2006/relationships/image" Target="../media/image16.svg"/><Relationship Id="rId4" Type="http://schemas.openxmlformats.org/officeDocument/2006/relationships/image" Target="../media/image5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5.xml"/><Relationship Id="rId6" Type="http://schemas.openxmlformats.org/officeDocument/2006/relationships/image" Target="../media/image15.svg"/><Relationship Id="rId5" Type="http://schemas.openxmlformats.org/officeDocument/2006/relationships/image" Target="../media/image17.svg"/><Relationship Id="rId4" Type="http://schemas.openxmlformats.org/officeDocument/2006/relationships/image" Target="../media/image5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6.xml"/><Relationship Id="rId6" Type="http://schemas.openxmlformats.org/officeDocument/2006/relationships/image" Target="../media/image15.svg"/><Relationship Id="rId5" Type="http://schemas.openxmlformats.org/officeDocument/2006/relationships/image" Target="../media/image18.svg"/><Relationship Id="rId4" Type="http://schemas.openxmlformats.org/officeDocument/2006/relationships/image" Target="../media/image5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7.xml"/><Relationship Id="rId5" Type="http://schemas.openxmlformats.org/officeDocument/2006/relationships/image" Target="../media/image19.png"/><Relationship Id="rId4" Type="http://schemas.openxmlformats.org/officeDocument/2006/relationships/image" Target="../media/image7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8.xml"/><Relationship Id="rId5" Type="http://schemas.openxmlformats.org/officeDocument/2006/relationships/image" Target="../media/image19.png"/><Relationship Id="rId4" Type="http://schemas.openxmlformats.org/officeDocument/2006/relationships/image" Target="../media/image7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9.xml"/><Relationship Id="rId5" Type="http://schemas.openxmlformats.org/officeDocument/2006/relationships/image" Target="../media/image19.png"/><Relationship Id="rId4" Type="http://schemas.openxmlformats.org/officeDocument/2006/relationships/image" Target="../media/image5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0.xml"/><Relationship Id="rId5" Type="http://schemas.openxmlformats.org/officeDocument/2006/relationships/image" Target="../media/image19.png"/><Relationship Id="rId4" Type="http://schemas.openxmlformats.org/officeDocument/2006/relationships/image" Target="../media/image5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1.xml"/><Relationship Id="rId5" Type="http://schemas.openxmlformats.org/officeDocument/2006/relationships/image" Target="../media/image19.png"/><Relationship Id="rId4" Type="http://schemas.openxmlformats.org/officeDocument/2006/relationships/image" Target="../media/image5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2.xml"/><Relationship Id="rId5" Type="http://schemas.openxmlformats.org/officeDocument/2006/relationships/image" Target="../media/image19.png"/><Relationship Id="rId4" Type="http://schemas.openxmlformats.org/officeDocument/2006/relationships/image" Target="../media/image5.emf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3.xml"/><Relationship Id="rId5" Type="http://schemas.openxmlformats.org/officeDocument/2006/relationships/image" Target="../media/image19.png"/><Relationship Id="rId4" Type="http://schemas.openxmlformats.org/officeDocument/2006/relationships/image" Target="../media/image5.emf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4.xml"/><Relationship Id="rId5" Type="http://schemas.openxmlformats.org/officeDocument/2006/relationships/image" Target="../media/image6.svg"/><Relationship Id="rId4" Type="http://schemas.openxmlformats.org/officeDocument/2006/relationships/image" Target="../media/image5.emf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5.xml"/><Relationship Id="rId5" Type="http://schemas.openxmlformats.org/officeDocument/2006/relationships/image" Target="../media/image6.svg"/><Relationship Id="rId4" Type="http://schemas.openxmlformats.org/officeDocument/2006/relationships/image" Target="../media/image5.emf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6.xml"/><Relationship Id="rId4" Type="http://schemas.openxmlformats.org/officeDocument/2006/relationships/image" Target="../media/image5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W-Cover-01_Quanteus log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3FC5D6BF-152B-4A11-9E32-51F2F6A08BC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970384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3" imgH="424" progId="TCLayout.ActiveDocument.1">
                  <p:embed/>
                </p:oleObj>
              </mc:Choice>
              <mc:Fallback>
                <p:oleObj name="think-cell Slide" r:id="rId4" imgW="423" imgH="424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3FC5D6BF-152B-4A11-9E32-51F2F6A08B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71884" y="3114065"/>
            <a:ext cx="5051952" cy="1162795"/>
          </a:xfrm>
        </p:spPr>
        <p:txBody>
          <a:bodyPr vert="horz" anchor="b">
            <a:noAutofit/>
          </a:bodyPr>
          <a:lstStyle>
            <a:lvl1pPr algn="r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071884" y="4581525"/>
            <a:ext cx="5051952" cy="1428750"/>
          </a:xfrm>
          <a:prstGeom prst="rect">
            <a:avLst/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 algn="r">
              <a:buNone/>
              <a:defRPr sz="1600" b="1">
                <a:solidFill>
                  <a:srgbClr val="6ECDB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Presenters &amp; date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B8CBAA-99B5-4B02-A830-A7A543CBF9C6}"/>
              </a:ext>
            </a:extLst>
          </p:cNvPr>
          <p:cNvSpPr/>
          <p:nvPr/>
        </p:nvSpPr>
        <p:spPr>
          <a:xfrm>
            <a:off x="9755945" y="136933"/>
            <a:ext cx="2046849" cy="1818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DD3236-FD9F-44E1-B888-500FD556174E}"/>
              </a:ext>
            </a:extLst>
          </p:cNvPr>
          <p:cNvSpPr/>
          <p:nvPr/>
        </p:nvSpPr>
        <p:spPr>
          <a:xfrm rot="5400000">
            <a:off x="9784969" y="3585735"/>
            <a:ext cx="4442205" cy="2194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A097D06-2B44-33BA-13A7-7C645BD60F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9267" y="1072052"/>
            <a:ext cx="10044569" cy="1276251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C555398-A1EE-47BA-3C6B-CADE48595785}"/>
              </a:ext>
            </a:extLst>
          </p:cNvPr>
          <p:cNvSpPr txBox="1">
            <a:spLocks/>
          </p:cNvSpPr>
          <p:nvPr/>
        </p:nvSpPr>
        <p:spPr>
          <a:xfrm rot="5400000">
            <a:off x="9929996" y="3719894"/>
            <a:ext cx="4066032" cy="277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-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00" b="1">
                <a:solidFill>
                  <a:srgbClr val="6ECDB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  <a:r>
              <a:rPr lang="en-US" sz="800">
                <a:solidFill>
                  <a:srgbClr val="6ECDB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© BrightWolves – empowered by Quanteus Group</a:t>
            </a:r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F2F91CF-2562-257D-F6DB-D61A3EF9B35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423" imgH="424" progId="TCLayout.ActiveDocument.1">
                  <p:embed/>
                </p:oleObj>
              </mc:Choice>
              <mc:Fallback>
                <p:oleObj name="think-cell Slide" r:id="rId7" imgW="423" imgH="42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F2F91CF-2562-257D-F6DB-D61A3EF9B3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6F01A193-38A9-9693-472D-F72383A7DD4B}"/>
              </a:ext>
            </a:extLst>
          </p:cNvPr>
          <p:cNvSpPr/>
          <p:nvPr userDrawn="1"/>
        </p:nvSpPr>
        <p:spPr>
          <a:xfrm>
            <a:off x="9755945" y="175845"/>
            <a:ext cx="2046849" cy="1818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D77AF9-001F-A76F-9A1E-A133E679E75E}"/>
              </a:ext>
            </a:extLst>
          </p:cNvPr>
          <p:cNvSpPr/>
          <p:nvPr userDrawn="1"/>
        </p:nvSpPr>
        <p:spPr>
          <a:xfrm rot="5400000">
            <a:off x="9784969" y="3585735"/>
            <a:ext cx="4442205" cy="2194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03ED9CC-D20F-FDDD-5F28-003B50921E2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9267" y="1072052"/>
            <a:ext cx="10044569" cy="1276251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0AD999F-76D9-24D3-4E50-333886FD2123}"/>
              </a:ext>
            </a:extLst>
          </p:cNvPr>
          <p:cNvSpPr txBox="1">
            <a:spLocks/>
          </p:cNvSpPr>
          <p:nvPr userDrawn="1"/>
        </p:nvSpPr>
        <p:spPr>
          <a:xfrm rot="5400000">
            <a:off x="9929996" y="3719894"/>
            <a:ext cx="4066032" cy="277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-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00" b="1">
                <a:solidFill>
                  <a:srgbClr val="6ECDB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  <a:r>
              <a:rPr lang="en-US" sz="800">
                <a:solidFill>
                  <a:srgbClr val="6ECDB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© BrightWolves – empowered by Quanteus Group</a:t>
            </a:r>
          </a:p>
        </p:txBody>
      </p:sp>
    </p:spTree>
    <p:extLst>
      <p:ext uri="{BB962C8B-B14F-4D97-AF65-F5344CB8AC3E}">
        <p14:creationId xmlns:p14="http://schemas.microsoft.com/office/powerpoint/2010/main" val="16875133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W-Basic-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DEA1696B-00E6-402F-9E49-70FA559D5E9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6601575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3" imgH="424" progId="TCLayout.ActiveDocument.1">
                  <p:embed/>
                </p:oleObj>
              </mc:Choice>
              <mc:Fallback>
                <p:oleObj name="think-cell Slide" r:id="rId4" imgW="423" imgH="42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DEA1696B-00E6-402F-9E49-70FA559D5E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ED982E-8745-41C3-BF16-3C6694AB30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Ins="0"/>
          <a:lstStyle/>
          <a:p>
            <a:fld id="{26816AAF-1513-44E8-AF59-0003DF94BF0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B5BFC-5CF4-4943-A68A-AF1C41E9741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Ins="0"/>
          <a:lstStyle/>
          <a:p>
            <a:fld id="{195A75BE-6B1E-4A06-8693-51E4AFA3B805}" type="datetime1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A05BE-D66F-420B-8A15-3198D1824D3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eaLnBrk="1">
              <a:defRPr/>
            </a:lvl1pPr>
          </a:lstStyle>
          <a:p>
            <a:endParaRPr lang="en-US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2F5AE265-AE0F-44EB-A33F-88CAD01FD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557" y="412751"/>
            <a:ext cx="11248886" cy="730250"/>
          </a:xfrm>
          <a:prstGeom prst="rect">
            <a:avLst/>
          </a:prstGeom>
        </p:spPr>
        <p:txBody>
          <a:bodyPr vert="horz" lIns="90000" tIns="46800" rIns="90000" bIns="46800" rtlCol="0" anchor="b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60F8408C-5963-4777-A628-E16B1D12EB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1488" y="1153003"/>
            <a:ext cx="11249025" cy="398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rgbClr val="6ECDB4"/>
                </a:solidFill>
              </a:defRPr>
            </a:lvl1pPr>
          </a:lstStyle>
          <a:p>
            <a:pPr lvl="0"/>
            <a:r>
              <a:rPr lang="en-US"/>
              <a:t>Click to edit Master Subtitle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D9ECFBA-CEF6-49D8-8509-D9D705D56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1488" y="1825788"/>
            <a:ext cx="11249025" cy="4084638"/>
          </a:xfrm>
        </p:spPr>
        <p:txBody>
          <a:bodyPr/>
          <a:lstStyle>
            <a:lvl1pPr>
              <a:defRPr>
                <a:solidFill>
                  <a:srgbClr val="002324"/>
                </a:solidFill>
              </a:defRPr>
            </a:lvl1pPr>
            <a:lvl2pPr>
              <a:defRPr>
                <a:solidFill>
                  <a:srgbClr val="002324"/>
                </a:solidFill>
              </a:defRPr>
            </a:lvl2pPr>
            <a:lvl3pPr>
              <a:defRPr>
                <a:solidFill>
                  <a:srgbClr val="002324"/>
                </a:solidFill>
              </a:defRPr>
            </a:lvl3pPr>
            <a:lvl4pPr>
              <a:defRPr>
                <a:solidFill>
                  <a:srgbClr val="002324"/>
                </a:solidFill>
              </a:defRPr>
            </a:lvl4pPr>
            <a:lvl5pPr>
              <a:defRPr>
                <a:solidFill>
                  <a:srgbClr val="00232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91909AB-A441-E5AF-AF72-4710F7F010F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1558" y="6279616"/>
            <a:ext cx="9391894" cy="44608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50000"/>
              </a:lnSpc>
              <a:buNone/>
              <a:defRPr sz="1000">
                <a:solidFill>
                  <a:srgbClr val="1C646D"/>
                </a:solidFill>
              </a:defRPr>
            </a:lvl1pPr>
          </a:lstStyle>
          <a:p>
            <a:pPr lvl="0"/>
            <a:r>
              <a:rPr lang="en-US"/>
              <a:t>Note:</a:t>
            </a:r>
          </a:p>
          <a:p>
            <a:pPr lvl="0"/>
            <a:r>
              <a:rPr lang="en-US"/>
              <a:t>Source:</a:t>
            </a:r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3FBBA3E5-8B88-9DF9-E235-CDF24C3E69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612612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23" imgH="424" progId="TCLayout.ActiveDocument.1">
                  <p:embed/>
                </p:oleObj>
              </mc:Choice>
              <mc:Fallback>
                <p:oleObj name="think-cell Slide" r:id="rId6" imgW="423" imgH="42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3FBBA3E5-8B88-9DF9-E235-CDF24C3E69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702150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W-Basic-Title&amp;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DEA1696B-00E6-402F-9E49-70FA559D5E9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8738571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3" imgH="424" progId="TCLayout.ActiveDocument.1">
                  <p:embed/>
                </p:oleObj>
              </mc:Choice>
              <mc:Fallback>
                <p:oleObj name="think-cell Slide" r:id="rId3" imgW="423" imgH="42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DEA1696B-00E6-402F-9E49-70FA559D5E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ED982E-8745-41C3-BF16-3C6694AB30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Ins="0"/>
          <a:lstStyle/>
          <a:p>
            <a:fld id="{26816AAF-1513-44E8-AF59-0003DF94BF0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B5BFC-5CF4-4943-A68A-AF1C41E9741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Ins="0"/>
          <a:lstStyle/>
          <a:p>
            <a:fld id="{C2C46E52-ECF5-4FE9-8B3A-BA611BDA7EB1}" type="datetime1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A05BE-D66F-420B-8A15-3198D1824D3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eaLnBrk="1">
              <a:defRPr/>
            </a:lvl1pPr>
          </a:lstStyle>
          <a:p>
            <a:endParaRPr lang="en-US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2F5AE265-AE0F-44EB-A33F-88CAD01FD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557" y="412751"/>
            <a:ext cx="11248886" cy="730250"/>
          </a:xfrm>
          <a:prstGeom prst="rect">
            <a:avLst/>
          </a:prstGeom>
        </p:spPr>
        <p:txBody>
          <a:bodyPr vert="horz" lIns="90000" tIns="46800" rIns="90000" bIns="46800" rtlCol="0" anchor="b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D9ECFBA-CEF6-49D8-8509-D9D705D56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1488" y="1825787"/>
            <a:ext cx="11249025" cy="4335316"/>
          </a:xfrm>
        </p:spPr>
        <p:txBody>
          <a:bodyPr/>
          <a:lstStyle>
            <a:lvl1pPr>
              <a:defRPr>
                <a:solidFill>
                  <a:srgbClr val="002324"/>
                </a:solidFill>
              </a:defRPr>
            </a:lvl1pPr>
            <a:lvl2pPr>
              <a:defRPr>
                <a:solidFill>
                  <a:srgbClr val="002324"/>
                </a:solidFill>
              </a:defRPr>
            </a:lvl2pPr>
            <a:lvl3pPr>
              <a:defRPr>
                <a:solidFill>
                  <a:srgbClr val="002324"/>
                </a:solidFill>
              </a:defRPr>
            </a:lvl3pPr>
            <a:lvl4pPr>
              <a:defRPr>
                <a:solidFill>
                  <a:srgbClr val="002324"/>
                </a:solidFill>
              </a:defRPr>
            </a:lvl4pPr>
            <a:lvl5pPr>
              <a:defRPr>
                <a:solidFill>
                  <a:srgbClr val="00232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6008226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W-Basic-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9B92A126-900C-46E9-8C1F-2AED85D176F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5395203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3" imgH="424" progId="TCLayout.ActiveDocument.1">
                  <p:embed/>
                </p:oleObj>
              </mc:Choice>
              <mc:Fallback>
                <p:oleObj name="think-cell Slide" r:id="rId3" imgW="423" imgH="42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9B92A126-900C-46E9-8C1F-2AED85D176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73FCD39-FB2A-4487-A3E4-F6D42F1FF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DBDB03-1E6C-4E4A-96C9-4461DF0EF3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Ins="0"/>
          <a:lstStyle/>
          <a:p>
            <a:fld id="{26816AAF-1513-44E8-AF59-0003DF94BF0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5A6E2-DB8B-4AAE-A216-521AD911868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Ins="0"/>
          <a:lstStyle/>
          <a:p>
            <a:fld id="{C2C46E52-ECF5-4FE9-8B3A-BA611BDA7EB1}" type="datetime1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886FA-740D-423F-89A2-C64F3B2AA5B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eaLnBrk="1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288364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W-Basic-Title&amp;Subtitle&amp;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9BDDEA2-FF98-42CA-A604-A8B3C80A0E1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3125136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3" imgH="424" progId="TCLayout.ActiveDocument.1">
                  <p:embed/>
                </p:oleObj>
              </mc:Choice>
              <mc:Fallback>
                <p:oleObj name="think-cell Slide" r:id="rId3" imgW="423" imgH="42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9BDDEA2-FF98-42CA-A604-A8B3C80A0E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ED982E-8745-41C3-BF16-3C6694AB30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Ins="0"/>
          <a:lstStyle/>
          <a:p>
            <a:fld id="{26816AAF-1513-44E8-AF59-0003DF94BF0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B5BFC-5CF4-4943-A68A-AF1C41E9741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Ins="0"/>
          <a:lstStyle/>
          <a:p>
            <a:fld id="{C2C46E52-ECF5-4FE9-8B3A-BA611BDA7EB1}" type="datetime1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A05BE-D66F-420B-8A15-3198D1824D3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eaLnBrk="1">
              <a:defRPr/>
            </a:lvl1pPr>
          </a:lstStyle>
          <a:p>
            <a:endParaRPr lang="en-US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ED6EE761-187C-420F-8E89-2918A3E9CE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1488" y="1153003"/>
            <a:ext cx="11249025" cy="398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rgbClr val="6ECDB4"/>
                </a:solidFill>
              </a:defRPr>
            </a:lvl1pPr>
          </a:lstStyle>
          <a:p>
            <a:pPr lvl="0"/>
            <a:r>
              <a:rPr lang="en-US"/>
              <a:t>Click to edit Master Subtitle styles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4E58562C-10F7-4308-BC4C-34689124B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557" y="412751"/>
            <a:ext cx="11248886" cy="730250"/>
          </a:xfrm>
          <a:prstGeom prst="rect">
            <a:avLst/>
          </a:prstGeom>
        </p:spPr>
        <p:txBody>
          <a:bodyPr vert="horz" lIns="90000" tIns="46800" rIns="90000" bIns="46800" rtlCol="0" anchor="b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AF08E40-6971-1D30-B66A-6595A2B1D3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1558" y="6279616"/>
            <a:ext cx="9391894" cy="44608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50000"/>
              </a:lnSpc>
              <a:buNone/>
              <a:defRPr sz="1000">
                <a:solidFill>
                  <a:srgbClr val="1C646D"/>
                </a:solidFill>
              </a:defRPr>
            </a:lvl1pPr>
          </a:lstStyle>
          <a:p>
            <a:pPr lvl="0"/>
            <a:r>
              <a:rPr lang="en-US"/>
              <a:t>Note:</a:t>
            </a:r>
          </a:p>
          <a:p>
            <a:pPr lvl="0"/>
            <a:r>
              <a:rPr lang="en-US"/>
              <a:t>Source:</a:t>
            </a:r>
          </a:p>
        </p:txBody>
      </p:sp>
    </p:spTree>
    <p:extLst>
      <p:ext uri="{BB962C8B-B14F-4D97-AF65-F5344CB8AC3E}">
        <p14:creationId xmlns:p14="http://schemas.microsoft.com/office/powerpoint/2010/main" val="411005602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W-Basic-Full+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96F42D7E-BD50-4259-94B3-C09F0A01031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5446545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3" imgH="424" progId="TCLayout.ActiveDocument.1">
                  <p:embed/>
                </p:oleObj>
              </mc:Choice>
              <mc:Fallback>
                <p:oleObj name="think-cell Slide" r:id="rId3" imgW="423" imgH="42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96F42D7E-BD50-4259-94B3-C09F0A0103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AEA66BA-10D3-4DC2-914E-960EBE661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00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ED982E-8745-41C3-BF16-3C6694AB30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Ins="0"/>
          <a:lstStyle/>
          <a:p>
            <a:fld id="{26816AAF-1513-44E8-AF59-0003DF94BF0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B5BFC-5CF4-4943-A68A-AF1C41E9741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Ins="0"/>
          <a:lstStyle/>
          <a:p>
            <a:fld id="{C2C46E52-ECF5-4FE9-8B3A-BA611BDA7EB1}" type="datetime1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A05BE-D66F-420B-8A15-3198D1824D3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eaLnBrk="1">
              <a:defRPr/>
            </a:lvl1pPr>
          </a:lstStyle>
          <a:p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DDAA359-FF81-49AF-80D6-60325A59007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1557" y="5689048"/>
            <a:ext cx="11248885" cy="446087"/>
          </a:xfrm>
          <a:prstGeom prst="rect">
            <a:avLst/>
          </a:prstGeom>
          <a:solidFill>
            <a:srgbClr val="6ECDB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take away box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B7B5998-1DB1-4E96-8DDD-25BBF32D8EB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1488" y="1825626"/>
            <a:ext cx="11249025" cy="38539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633BE0B0-05B4-BD1C-8169-5F353232AA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1488" y="1153003"/>
            <a:ext cx="11249025" cy="398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rgbClr val="6ECDB4"/>
                </a:solidFill>
              </a:defRPr>
            </a:lvl1pPr>
          </a:lstStyle>
          <a:p>
            <a:pPr lvl="0"/>
            <a:r>
              <a:rPr lang="en-US"/>
              <a:t>Click to edit Master Subtitle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C6AB506-3759-49E0-CB35-8B4FA1A9CA0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1558" y="6279616"/>
            <a:ext cx="9391894" cy="44608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50000"/>
              </a:lnSpc>
              <a:buNone/>
              <a:defRPr sz="1000">
                <a:solidFill>
                  <a:srgbClr val="1C646D"/>
                </a:solidFill>
              </a:defRPr>
            </a:lvl1pPr>
          </a:lstStyle>
          <a:p>
            <a:pPr lvl="0"/>
            <a:r>
              <a:rPr lang="en-US"/>
              <a:t>Note:</a:t>
            </a:r>
          </a:p>
          <a:p>
            <a:pPr lvl="0"/>
            <a:r>
              <a:rPr lang="en-US"/>
              <a:t>Source:</a:t>
            </a:r>
          </a:p>
        </p:txBody>
      </p:sp>
    </p:spTree>
    <p:extLst>
      <p:ext uri="{BB962C8B-B14F-4D97-AF65-F5344CB8AC3E}">
        <p14:creationId xmlns:p14="http://schemas.microsoft.com/office/powerpoint/2010/main" val="1406404670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W-Custom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27A8A55C-5759-4E2A-81C0-53B20D2F06E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851471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3" imgH="424" progId="TCLayout.ActiveDocument.1">
                  <p:embed/>
                </p:oleObj>
              </mc:Choice>
              <mc:Fallback>
                <p:oleObj name="think-cell Slide" r:id="rId3" imgW="423" imgH="424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27A8A55C-5759-4E2A-81C0-53B20D2F06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1D475B-8C3C-49E7-B07C-0620CE28F7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Ins="0"/>
          <a:lstStyle/>
          <a:p>
            <a:fld id="{26816AAF-1513-44E8-AF59-0003DF94BF0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ABB0E-39F6-4314-A76C-FCEE8003272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Ins="0"/>
          <a:lstStyle/>
          <a:p>
            <a:fld id="{C2C46E52-ECF5-4FE9-8B3A-BA611BDA7EB1}" type="datetime1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E4782-8DC2-4461-B19B-C38168BB96C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904E53E8-4C56-447E-BDD2-A296F34971B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63268" y="914401"/>
            <a:ext cx="7157246" cy="49736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D44C7F-7234-49E6-B810-18A90013C4BB}"/>
              </a:ext>
            </a:extLst>
          </p:cNvPr>
          <p:cNvSpPr/>
          <p:nvPr/>
        </p:nvSpPr>
        <p:spPr>
          <a:xfrm>
            <a:off x="0" y="0"/>
            <a:ext cx="4270248" cy="6858000"/>
          </a:xfrm>
          <a:prstGeom prst="rect">
            <a:avLst/>
          </a:prstGeom>
          <a:solidFill>
            <a:srgbClr val="6E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81FF5E-F77B-476F-8A2F-F1B65C5B7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558" y="412751"/>
            <a:ext cx="3312651" cy="3632776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9BCE31D7-1977-4BBB-8EEF-DD93589163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1558" y="5153972"/>
            <a:ext cx="3312651" cy="996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Subtitle styles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CE084CE3-1886-4C32-8FD1-014434AC436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63268" y="412751"/>
            <a:ext cx="7157246" cy="3644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04398067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W-Custom-M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27A8A55C-5759-4E2A-81C0-53B20D2F06E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7345840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3" imgH="424" progId="TCLayout.ActiveDocument.1">
                  <p:embed/>
                </p:oleObj>
              </mc:Choice>
              <mc:Fallback>
                <p:oleObj name="think-cell Slide" r:id="rId3" imgW="423" imgH="424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27A8A55C-5759-4E2A-81C0-53B20D2F06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1D475B-8C3C-49E7-B07C-0620CE28F7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Ins="0"/>
          <a:lstStyle/>
          <a:p>
            <a:fld id="{26816AAF-1513-44E8-AF59-0003DF94BF0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ABB0E-39F6-4314-A76C-FCEE8003272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Ins="0"/>
          <a:lstStyle/>
          <a:p>
            <a:fld id="{C2C46E52-ECF5-4FE9-8B3A-BA611BDA7EB1}" type="datetime1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E4782-8DC2-4461-B19B-C38168BB96C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D44C7F-7234-49E6-B810-18A90013C4BB}"/>
              </a:ext>
            </a:extLst>
          </p:cNvPr>
          <p:cNvSpPr/>
          <p:nvPr/>
        </p:nvSpPr>
        <p:spPr>
          <a:xfrm>
            <a:off x="0" y="0"/>
            <a:ext cx="4270248" cy="6858000"/>
          </a:xfrm>
          <a:prstGeom prst="rect">
            <a:avLst/>
          </a:prstGeom>
          <a:solidFill>
            <a:srgbClr val="1C64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21B66EA6-2B8F-45FB-8115-305659D6C06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63268" y="914401"/>
            <a:ext cx="7157246" cy="49736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27897F84-3D7C-449A-BFEB-4ACEF298880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63268" y="412751"/>
            <a:ext cx="7157246" cy="3644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573FE36-3134-D43E-A4C5-796ACA590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558" y="412751"/>
            <a:ext cx="3312651" cy="3632776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B5ADEEE2-FF80-FFC3-CF1E-D83481CF6D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1558" y="5153972"/>
            <a:ext cx="3312651" cy="996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Subtitle styles</a:t>
            </a:r>
          </a:p>
        </p:txBody>
      </p:sp>
    </p:spTree>
    <p:extLst>
      <p:ext uri="{BB962C8B-B14F-4D97-AF65-F5344CB8AC3E}">
        <p14:creationId xmlns:p14="http://schemas.microsoft.com/office/powerpoint/2010/main" val="470363197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W-Custom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27A8A55C-5759-4E2A-81C0-53B20D2F06E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29764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3" imgH="424" progId="TCLayout.ActiveDocument.1">
                  <p:embed/>
                </p:oleObj>
              </mc:Choice>
              <mc:Fallback>
                <p:oleObj name="think-cell Slide" r:id="rId3" imgW="423" imgH="424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27A8A55C-5759-4E2A-81C0-53B20D2F06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1D475B-8C3C-49E7-B07C-0620CE28F7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Ins="0"/>
          <a:lstStyle/>
          <a:p>
            <a:fld id="{26816AAF-1513-44E8-AF59-0003DF94BF0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ABB0E-39F6-4314-A76C-FCEE8003272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Ins="0"/>
          <a:lstStyle/>
          <a:p>
            <a:fld id="{C2C46E52-ECF5-4FE9-8B3A-BA611BDA7EB1}" type="datetime1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E4782-8DC2-4461-B19B-C38168BB96C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D44C7F-7234-49E6-B810-18A90013C4BB}"/>
              </a:ext>
            </a:extLst>
          </p:cNvPr>
          <p:cNvSpPr/>
          <p:nvPr/>
        </p:nvSpPr>
        <p:spPr>
          <a:xfrm>
            <a:off x="0" y="0"/>
            <a:ext cx="4270248" cy="6858000"/>
          </a:xfrm>
          <a:prstGeom prst="rect">
            <a:avLst/>
          </a:prstGeom>
          <a:solidFill>
            <a:srgbClr val="0023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83F39519-7CF3-4397-8A34-E1935D7BB60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63268" y="914401"/>
            <a:ext cx="7157246" cy="49736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6DA3EB68-5E07-4B1B-8FAF-85525D13AF5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63268" y="412751"/>
            <a:ext cx="7157246" cy="3644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966331B-8263-0171-3FBB-E68E165D2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558" y="412751"/>
            <a:ext cx="3312651" cy="3632776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4A0A56D9-A295-5C41-E12D-F670D36A41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1558" y="5153972"/>
            <a:ext cx="3312651" cy="996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Subtitle styles</a:t>
            </a:r>
          </a:p>
        </p:txBody>
      </p:sp>
    </p:spTree>
    <p:extLst>
      <p:ext uri="{BB962C8B-B14F-4D97-AF65-F5344CB8AC3E}">
        <p14:creationId xmlns:p14="http://schemas.microsoft.com/office/powerpoint/2010/main" val="599996409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W-Basic-Full-2-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9CC9E615-63F0-4D10-8B4A-FA95B7214E5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6647474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3" imgH="424" progId="TCLayout.ActiveDocument.1">
                  <p:embed/>
                </p:oleObj>
              </mc:Choice>
              <mc:Fallback>
                <p:oleObj name="think-cell Slide" r:id="rId3" imgW="423" imgH="42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9CC9E615-63F0-4D10-8B4A-FA95B7214E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AEA66BA-10D3-4DC2-914E-960EBE661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ED982E-8745-41C3-BF16-3C6694AB30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Ins="0"/>
          <a:lstStyle/>
          <a:p>
            <a:fld id="{26816AAF-1513-44E8-AF59-0003DF94BF0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B5BFC-5CF4-4943-A68A-AF1C41E9741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Ins="0"/>
          <a:lstStyle/>
          <a:p>
            <a:fld id="{C2C46E52-ECF5-4FE9-8B3A-BA611BDA7EB1}" type="datetime1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A05BE-D66F-420B-8A15-3198D1824D3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eaLnBrk="1">
              <a:defRPr/>
            </a:lvl1pPr>
          </a:lstStyle>
          <a:p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C7194C7-E0F3-4BA4-942D-4AE8A75C5B4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3900" y="1825625"/>
            <a:ext cx="4721352" cy="40846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48DD144-9350-4B2C-9A74-2DBFF8E50786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756273" y="1825625"/>
            <a:ext cx="4721352" cy="40846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0CF4127-710E-76AF-31B6-F06D4FAA76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1558" y="6279616"/>
            <a:ext cx="9391894" cy="44608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50000"/>
              </a:lnSpc>
              <a:buNone/>
              <a:defRPr sz="1000">
                <a:solidFill>
                  <a:srgbClr val="1C646D"/>
                </a:solidFill>
              </a:defRPr>
            </a:lvl1pPr>
          </a:lstStyle>
          <a:p>
            <a:pPr lvl="0"/>
            <a:r>
              <a:rPr lang="en-US"/>
              <a:t>Note:</a:t>
            </a:r>
          </a:p>
          <a:p>
            <a:pPr lvl="0"/>
            <a:r>
              <a:rPr lang="en-US"/>
              <a:t>Source: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DE655FC4-621A-ECD0-3A20-E94856DA9EE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1488" y="1153003"/>
            <a:ext cx="11249025" cy="398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rgbClr val="6ECDB4"/>
                </a:solidFill>
              </a:defRPr>
            </a:lvl1pPr>
          </a:lstStyle>
          <a:p>
            <a:pPr lvl="0"/>
            <a:r>
              <a:rPr lang="en-US"/>
              <a:t>Click to edit Master Subtitle styles</a:t>
            </a:r>
          </a:p>
        </p:txBody>
      </p:sp>
    </p:spTree>
    <p:extLst>
      <p:ext uri="{BB962C8B-B14F-4D97-AF65-F5344CB8AC3E}">
        <p14:creationId xmlns:p14="http://schemas.microsoft.com/office/powerpoint/2010/main" val="188359666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W-Basic-Full-2-Columns+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DABFCC7E-E280-387D-3D74-13A33A42D8E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6646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DABFCC7E-E280-387D-3D74-13A33A42D8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AEA66BA-10D3-4DC2-914E-960EBE661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ED982E-8745-41C3-BF16-3C6694AB30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Ins="0"/>
          <a:lstStyle/>
          <a:p>
            <a:fld id="{26816AAF-1513-44E8-AF59-0003DF94BF0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B5BFC-5CF4-4943-A68A-AF1C41E9741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Ins="0"/>
          <a:lstStyle/>
          <a:p>
            <a:fld id="{C2C46E52-ECF5-4FE9-8B3A-BA611BDA7EB1}" type="datetime1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A05BE-D66F-420B-8A15-3198D1824D3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eaLnBrk="1">
              <a:defRPr/>
            </a:lvl1pPr>
          </a:lstStyle>
          <a:p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C7194C7-E0F3-4BA4-942D-4AE8A75C5B4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3900" y="1825626"/>
            <a:ext cx="4721352" cy="37189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48DD144-9350-4B2C-9A74-2DBFF8E50786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756273" y="1825626"/>
            <a:ext cx="4721352" cy="37189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BB29397F-1AE4-4DF5-A6DA-9E4E20C9E4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1488" y="1153003"/>
            <a:ext cx="11249025" cy="398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rgbClr val="6ECDB4"/>
                </a:solidFill>
              </a:defRPr>
            </a:lvl1pPr>
          </a:lstStyle>
          <a:p>
            <a:pPr lvl="0"/>
            <a:r>
              <a:rPr lang="en-US"/>
              <a:t>Click to edit Master Subtitle styles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05464E29-F3BA-E1FC-F072-70A508AC99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1558" y="6279616"/>
            <a:ext cx="9391894" cy="44608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50000"/>
              </a:lnSpc>
              <a:buNone/>
              <a:defRPr sz="1000">
                <a:solidFill>
                  <a:srgbClr val="1C646D"/>
                </a:solidFill>
              </a:defRPr>
            </a:lvl1pPr>
          </a:lstStyle>
          <a:p>
            <a:pPr lvl="0"/>
            <a:r>
              <a:rPr lang="en-US"/>
              <a:t>Note:</a:t>
            </a:r>
          </a:p>
          <a:p>
            <a:pPr lvl="0"/>
            <a:r>
              <a:rPr lang="en-US"/>
              <a:t>Source: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C86BE48B-EB18-567C-0EA9-FFAD6174BA7F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1488" y="5801476"/>
            <a:ext cx="11141392" cy="341632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rtlCol="0" anchor="ctr">
            <a:spAutoFit/>
          </a:bodyPr>
          <a:lstStyle>
            <a:lvl1pPr>
              <a:defRPr lang="en-US" smtClean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lang="en-US" smtClean="0">
                <a:solidFill>
                  <a:schemeClr val="lt1"/>
                </a:solidFill>
                <a:latin typeface="+mn-lt"/>
                <a:cs typeface="+mn-cs"/>
              </a:defRPr>
            </a:lvl2pPr>
            <a:lvl3pPr>
              <a:defRPr lang="en-US" smtClean="0">
                <a:solidFill>
                  <a:schemeClr val="lt1"/>
                </a:solidFill>
                <a:latin typeface="+mn-lt"/>
                <a:cs typeface="+mn-cs"/>
              </a:defRPr>
            </a:lvl3pPr>
            <a:lvl4pPr>
              <a:defRPr lang="en-US" smtClean="0">
                <a:solidFill>
                  <a:schemeClr val="lt1"/>
                </a:solidFill>
                <a:latin typeface="+mn-lt"/>
                <a:cs typeface="+mn-cs"/>
              </a:defRPr>
            </a:lvl4pPr>
            <a:lvl5pPr>
              <a:defRPr lang="en-US">
                <a:solidFill>
                  <a:schemeClr val="lt1"/>
                </a:solidFill>
                <a:latin typeface="+mn-lt"/>
                <a:cs typeface="+mn-cs"/>
              </a:defRPr>
            </a:lvl5pPr>
          </a:lstStyle>
          <a:p>
            <a:pPr lvl="0" algn="ctr"/>
            <a:r>
              <a:rPr lang="en-US"/>
              <a:t>Edit key take-aways</a:t>
            </a:r>
          </a:p>
        </p:txBody>
      </p:sp>
    </p:spTree>
    <p:extLst>
      <p:ext uri="{BB962C8B-B14F-4D97-AF65-F5344CB8AC3E}">
        <p14:creationId xmlns:p14="http://schemas.microsoft.com/office/powerpoint/2010/main" val="1342581804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W-Basic-Full-3-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8C9BB264-EEBF-4D5D-BD0B-673538DE797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81461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3" imgH="424" progId="TCLayout.ActiveDocument.1">
                  <p:embed/>
                </p:oleObj>
              </mc:Choice>
              <mc:Fallback>
                <p:oleObj name="think-cell Slide" r:id="rId3" imgW="423" imgH="42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8C9BB264-EEBF-4D5D-BD0B-673538DE79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2BD1910-518E-49D3-A8D0-96C85C620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F71753-A958-444C-B942-4438C6CD80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Ins="0"/>
          <a:lstStyle/>
          <a:p>
            <a:fld id="{26816AAF-1513-44E8-AF59-0003DF94BF0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8B5FB-744A-45EC-A469-FAE4BE3B2AD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Ins="0"/>
          <a:lstStyle/>
          <a:p>
            <a:fld id="{C2C46E52-ECF5-4FE9-8B3A-BA611BDA7EB1}" type="datetime1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D497F-BB07-4B93-AA6A-7BCD066BA8D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eaLnBrk="1">
              <a:defRPr/>
            </a:lvl1pPr>
          </a:lstStyle>
          <a:p>
            <a:endParaRPr lang="en-US"/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618AA338-5EDB-4151-833D-A995C280D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557" y="1825625"/>
            <a:ext cx="351763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A3437BFA-18B0-4B84-9CAB-62BBDF4FEF3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202874" y="1825625"/>
            <a:ext cx="351763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891B4DB-4167-48B2-8714-26F94D6B8DCE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337216" y="1825625"/>
            <a:ext cx="351763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1BD2804F-4CD3-CEC5-4DA9-F9020F515D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1488" y="1153003"/>
            <a:ext cx="11249025" cy="398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rgbClr val="6ECDB4"/>
                </a:solidFill>
              </a:defRPr>
            </a:lvl1pPr>
          </a:lstStyle>
          <a:p>
            <a:pPr lvl="0"/>
            <a:r>
              <a:rPr lang="en-US"/>
              <a:t>Click to edit Master Subtitle styles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74DE4F24-BFCF-2CBE-FBA6-9D11ECA3719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1558" y="6279616"/>
            <a:ext cx="9391894" cy="44608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50000"/>
              </a:lnSpc>
              <a:buNone/>
              <a:defRPr sz="1000">
                <a:solidFill>
                  <a:srgbClr val="1C646D"/>
                </a:solidFill>
              </a:defRPr>
            </a:lvl1pPr>
          </a:lstStyle>
          <a:p>
            <a:pPr lvl="0"/>
            <a:r>
              <a:rPr lang="en-US"/>
              <a:t>Note:</a:t>
            </a:r>
          </a:p>
          <a:p>
            <a:pPr lvl="0"/>
            <a:r>
              <a:rPr lang="en-US"/>
              <a:t>Source:</a:t>
            </a:r>
          </a:p>
        </p:txBody>
      </p:sp>
    </p:spTree>
    <p:extLst>
      <p:ext uri="{BB962C8B-B14F-4D97-AF65-F5344CB8AC3E}">
        <p14:creationId xmlns:p14="http://schemas.microsoft.com/office/powerpoint/2010/main" val="4131429600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W-Basic-Title-4-Ti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ct 11" hidden="1">
            <a:extLst>
              <a:ext uri="{FF2B5EF4-FFF2-40B4-BE49-F238E27FC236}">
                <a16:creationId xmlns:a16="http://schemas.microsoft.com/office/drawing/2014/main" id="{194DB4AE-530A-5CC7-864A-65576BFB3D5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327444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12" name="Object 11" hidden="1">
                        <a:extLst>
                          <a:ext uri="{FF2B5EF4-FFF2-40B4-BE49-F238E27FC236}">
                            <a16:creationId xmlns:a16="http://schemas.microsoft.com/office/drawing/2014/main" id="{194DB4AE-530A-5CC7-864A-65576BFB3D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BFCE74A-0338-4514-978A-74F67DCC6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5FDCD3-2B51-4584-AC63-623AB06AAD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Ins="0"/>
          <a:lstStyle/>
          <a:p>
            <a:fld id="{26816AAF-1513-44E8-AF59-0003DF94BF0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143FA-0D5E-4DE6-AA26-2B448F48404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Ins="0"/>
          <a:lstStyle/>
          <a:p>
            <a:fld id="{C2C46E52-ECF5-4FE9-8B3A-BA611BDA7EB1}" type="datetime1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7E8A1-8DCE-44F0-9605-A63C03AF8E2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eaLnBrk="1">
              <a:defRPr/>
            </a:lvl1pPr>
          </a:lstStyle>
          <a:p>
            <a:endParaRPr lang="en-US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854885FE-D786-4C0D-82DC-F15C60BF3D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557" y="1825625"/>
            <a:ext cx="5004795" cy="19525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CA418A62-C2FC-4E81-817D-E8AE052730F5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1557" y="4056359"/>
            <a:ext cx="5004795" cy="19525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BDE6FF37-D70F-40A3-8E8E-BA3B684D1B1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715648" y="1825625"/>
            <a:ext cx="5004795" cy="19525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5C74E2CF-1C14-4473-9709-EC3F91980C60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715648" y="4056359"/>
            <a:ext cx="5004795" cy="19525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5606066-943B-2E33-69C6-87C0C99700F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1558" y="6279616"/>
            <a:ext cx="9391894" cy="44608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50000"/>
              </a:lnSpc>
              <a:buNone/>
              <a:defRPr sz="1000">
                <a:solidFill>
                  <a:srgbClr val="1C646D"/>
                </a:solidFill>
              </a:defRPr>
            </a:lvl1pPr>
          </a:lstStyle>
          <a:p>
            <a:pPr lvl="0"/>
            <a:r>
              <a:rPr lang="en-US"/>
              <a:t>Note:</a:t>
            </a:r>
          </a:p>
          <a:p>
            <a:pPr lvl="0"/>
            <a:r>
              <a:rPr lang="en-US"/>
              <a:t>Source:</a:t>
            </a:r>
          </a:p>
        </p:txBody>
      </p:sp>
    </p:spTree>
    <p:extLst>
      <p:ext uri="{BB962C8B-B14F-4D97-AF65-F5344CB8AC3E}">
        <p14:creationId xmlns:p14="http://schemas.microsoft.com/office/powerpoint/2010/main" val="1739058233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W-Basic-Full-4-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ct 12" hidden="1">
            <a:extLst>
              <a:ext uri="{FF2B5EF4-FFF2-40B4-BE49-F238E27FC236}">
                <a16:creationId xmlns:a16="http://schemas.microsoft.com/office/drawing/2014/main" id="{00F890BB-CCE8-AEE8-37A5-00D21F0E02D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892082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13" name="Object 12" hidden="1">
                        <a:extLst>
                          <a:ext uri="{FF2B5EF4-FFF2-40B4-BE49-F238E27FC236}">
                            <a16:creationId xmlns:a16="http://schemas.microsoft.com/office/drawing/2014/main" id="{00F890BB-CCE8-AEE8-37A5-00D21F0E02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B479C6A-2127-475A-906C-5E727E921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547AA1-99C1-48DB-8039-21331EB4AD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Ins="0"/>
          <a:lstStyle/>
          <a:p>
            <a:fld id="{26816AAF-1513-44E8-AF59-0003DF94BF0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98809-C0F1-4E37-916D-7A6D9E2557C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Ins="0"/>
          <a:lstStyle/>
          <a:p>
            <a:fld id="{C2C46E52-ECF5-4FE9-8B3A-BA611BDA7EB1}" type="datetime1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E89F7-3F5E-4277-B921-E3E770148E4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eaLnBrk="1">
              <a:defRPr/>
            </a:lvl1pPr>
          </a:lstStyle>
          <a:p>
            <a:endParaRPr lang="en-US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893B2B79-910B-4857-8CA3-5E292F5D9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558" y="1825625"/>
            <a:ext cx="235203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13C5DC22-E483-4871-A2C0-8D48A6A4C3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437176" y="1825625"/>
            <a:ext cx="235203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3338364D-81FD-44B1-B268-C370FAEB1798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402794" y="1825625"/>
            <a:ext cx="235203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A405DF8-FE54-4E23-8867-42CA30E9352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368412" y="1825625"/>
            <a:ext cx="235203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EAC879E-BF8F-E75B-DB99-17D67C6279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1488" y="1153003"/>
            <a:ext cx="11249025" cy="398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rgbClr val="6ECDB4"/>
                </a:solidFill>
              </a:defRPr>
            </a:lvl1pPr>
          </a:lstStyle>
          <a:p>
            <a:pPr lvl="0"/>
            <a:r>
              <a:rPr lang="en-US"/>
              <a:t>Click to edit Master Subtitle styles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6D766017-F681-776B-62CD-BF1BC5B833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1558" y="6279616"/>
            <a:ext cx="9391894" cy="44608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50000"/>
              </a:lnSpc>
              <a:buNone/>
              <a:defRPr sz="1000">
                <a:solidFill>
                  <a:srgbClr val="1C646D"/>
                </a:solidFill>
              </a:defRPr>
            </a:lvl1pPr>
          </a:lstStyle>
          <a:p>
            <a:pPr lvl="0"/>
            <a:r>
              <a:rPr lang="en-US"/>
              <a:t>Note:</a:t>
            </a:r>
          </a:p>
          <a:p>
            <a:pPr lvl="0"/>
            <a:r>
              <a:rPr lang="en-US"/>
              <a:t>Source:</a:t>
            </a:r>
          </a:p>
        </p:txBody>
      </p:sp>
    </p:spTree>
    <p:extLst>
      <p:ext uri="{BB962C8B-B14F-4D97-AF65-F5344CB8AC3E}">
        <p14:creationId xmlns:p14="http://schemas.microsoft.com/office/powerpoint/2010/main" val="1738603172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W-Custom-Highlight-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14" hidden="1">
            <a:extLst>
              <a:ext uri="{FF2B5EF4-FFF2-40B4-BE49-F238E27FC236}">
                <a16:creationId xmlns:a16="http://schemas.microsoft.com/office/drawing/2014/main" id="{6F494C82-3978-D4A2-B52A-816348F4678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085371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15" name="Object 14" hidden="1">
                        <a:extLst>
                          <a:ext uri="{FF2B5EF4-FFF2-40B4-BE49-F238E27FC236}">
                            <a16:creationId xmlns:a16="http://schemas.microsoft.com/office/drawing/2014/main" id="{6F494C82-3978-D4A2-B52A-816348F4678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6DC068C-54D2-45B5-AAF3-DBFA14847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90C01F-A696-4B11-BF1E-CE71F62B4F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Ins="0"/>
          <a:lstStyle/>
          <a:p>
            <a:fld id="{26816AAF-1513-44E8-AF59-0003DF94BF0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64A62-4005-415D-852C-CEF2E94A97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Ins="0"/>
          <a:lstStyle/>
          <a:p>
            <a:fld id="{C2C46E52-ECF5-4FE9-8B3A-BA611BDA7EB1}" type="datetime1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90D28-C08C-44C9-AD29-6CDF532CBAF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eaLnBrk="1">
              <a:defRPr/>
            </a:lvl1pPr>
          </a:lstStyle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524D4501-8F4B-435E-BE7B-C349CBCB17A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1488" y="1885950"/>
            <a:ext cx="2362200" cy="1162050"/>
          </a:xfrm>
          <a:prstGeom prst="rect">
            <a:avLst/>
          </a:prstGeom>
          <a:solidFill>
            <a:srgbClr val="6ECDB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CF5128E5-CCE5-4B2A-A67B-C07343E07EB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1488" y="3317876"/>
            <a:ext cx="2362200" cy="1162050"/>
          </a:xfrm>
          <a:prstGeom prst="rect">
            <a:avLst/>
          </a:prstGeom>
          <a:solidFill>
            <a:srgbClr val="6ECDB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4DEB620-922F-455A-860F-F41E39A3D45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71488" y="4743453"/>
            <a:ext cx="2362200" cy="1162050"/>
          </a:xfrm>
          <a:prstGeom prst="rect">
            <a:avLst/>
          </a:prstGeom>
          <a:solidFill>
            <a:srgbClr val="6ECDB4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4BC267F4-8B2C-43A2-9E93-65CD137A01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4651" y="1885950"/>
            <a:ext cx="8622155" cy="1162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C234D3C0-D37E-4638-834E-14145F83B188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3044651" y="3317876"/>
            <a:ext cx="8622155" cy="1162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0DFBFF2-EBDD-45AC-8F66-E8F7CA6D0421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3044651" y="4725276"/>
            <a:ext cx="8622155" cy="1162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BBAC560-AB56-A2CF-4FCC-11B216CF67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1488" y="1153003"/>
            <a:ext cx="11249025" cy="398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rgbClr val="6ECDB4"/>
                </a:solidFill>
              </a:defRPr>
            </a:lvl1pPr>
          </a:lstStyle>
          <a:p>
            <a:pPr lvl="0"/>
            <a:r>
              <a:rPr lang="en-US"/>
              <a:t>Click to edit Master Subtitle styles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A2F7BEBF-DFEE-8102-83EF-F4646E3B13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1558" y="6279616"/>
            <a:ext cx="9391894" cy="44608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50000"/>
              </a:lnSpc>
              <a:buNone/>
              <a:defRPr sz="1000">
                <a:solidFill>
                  <a:srgbClr val="1C646D"/>
                </a:solidFill>
              </a:defRPr>
            </a:lvl1pPr>
          </a:lstStyle>
          <a:p>
            <a:pPr lvl="0"/>
            <a:r>
              <a:rPr lang="en-US"/>
              <a:t>Note:</a:t>
            </a:r>
          </a:p>
          <a:p>
            <a:pPr lvl="0"/>
            <a:r>
              <a:rPr lang="en-US"/>
              <a:t>Source:</a:t>
            </a:r>
          </a:p>
        </p:txBody>
      </p:sp>
    </p:spTree>
    <p:extLst>
      <p:ext uri="{BB962C8B-B14F-4D97-AF65-F5344CB8AC3E}">
        <p14:creationId xmlns:p14="http://schemas.microsoft.com/office/powerpoint/2010/main" val="3874979417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W-Full-Colour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850A5A96-BA2D-E16C-661B-F64B71057D1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268159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850A5A96-BA2D-E16C-661B-F64B71057D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AEA66BA-10D3-4DC2-914E-960EBE661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000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ED982E-8745-41C3-BF16-3C6694AB30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816AAF-1513-44E8-AF59-0003DF94BF0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B5BFC-5CF4-4943-A68A-AF1C41E9741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2C46E52-ECF5-4FE9-8B3A-BA611BDA7EB1}" type="datetime1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A05BE-D66F-420B-8A15-3198D1824D3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eaLnBrk="1">
              <a:defRPr/>
            </a:lvl1pPr>
          </a:lstStyle>
          <a:p>
            <a:endParaRPr lang="en-US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3152A49B-2C66-4187-AD15-9E93D51340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3900" y="6276976"/>
            <a:ext cx="8715375" cy="48895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50000"/>
              </a:lnSpc>
              <a:buNone/>
              <a:defRPr sz="120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Note:</a:t>
            </a:r>
          </a:p>
          <a:p>
            <a:pPr lvl="0"/>
            <a:r>
              <a:rPr lang="en-US"/>
              <a:t>Source: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7DD34128-5CFF-49B7-A406-5330ED90C4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3900" y="1173099"/>
            <a:ext cx="10753725" cy="398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rgbClr val="BCA18C"/>
                </a:solidFill>
              </a:defRPr>
            </a:lvl1pPr>
          </a:lstStyle>
          <a:p>
            <a:pPr lvl="0"/>
            <a:r>
              <a:rPr lang="en-US"/>
              <a:t>Click to edit Master Subtitle styles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95BA6F-987B-45E6-A0FA-FFD297F1144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434013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W-Quote-White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36553338-B3BE-580A-A636-343AFB3C5FE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375441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36553338-B3BE-580A-A636-343AFB3C5F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BA88300-6283-4C8E-8A64-BE5171011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1870075"/>
            <a:ext cx="10753725" cy="3816349"/>
          </a:xfrm>
        </p:spPr>
        <p:txBody>
          <a:bodyPr vert="horz" anchor="b"/>
          <a:lstStyle>
            <a:lvl1pPr>
              <a:defRPr sz="6000">
                <a:solidFill>
                  <a:srgbClr val="6ECDB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9A03F0-0F77-4636-B70E-D2C9B5F074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Ins="0"/>
          <a:lstStyle>
            <a:lvl1pPr>
              <a:defRPr>
                <a:solidFill>
                  <a:srgbClr val="1C646D"/>
                </a:solidFill>
              </a:defRPr>
            </a:lvl1pPr>
          </a:lstStyle>
          <a:p>
            <a:fld id="{26816AAF-1513-44E8-AF59-0003DF94BF0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4D5407D-3D3A-FC12-2D95-39DF0BB4BC60}"/>
              </a:ext>
            </a:extLst>
          </p:cNvPr>
          <p:cNvSpPr txBox="1">
            <a:spLocks/>
          </p:cNvSpPr>
          <p:nvPr/>
        </p:nvSpPr>
        <p:spPr>
          <a:xfrm rot="5400000">
            <a:off x="9929996" y="3719894"/>
            <a:ext cx="4066032" cy="277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-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  <a:r>
              <a:rPr lang="en-US" sz="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© BrightWolves – empowered by Quanteus Group</a:t>
            </a:r>
          </a:p>
        </p:txBody>
      </p:sp>
    </p:spTree>
    <p:extLst>
      <p:ext uri="{BB962C8B-B14F-4D97-AF65-F5344CB8AC3E}">
        <p14:creationId xmlns:p14="http://schemas.microsoft.com/office/powerpoint/2010/main" val="333647364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W-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AF537918-D0AE-41E6-9765-0501E421755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3952740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3" imgH="424" progId="TCLayout.ActiveDocument.1">
                  <p:embed/>
                </p:oleObj>
              </mc:Choice>
              <mc:Fallback>
                <p:oleObj name="think-cell Slide" r:id="rId3" imgW="423" imgH="424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AF537918-D0AE-41E6-9765-0501E42175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51AA7C-E90B-4907-94D4-A31755F829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Ins="0"/>
          <a:lstStyle/>
          <a:p>
            <a:fld id="{26816AAF-1513-44E8-AF59-0003DF94BF0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374C30A5-F8E2-4B86-9BB1-A6267E73BD75}"/>
              </a:ext>
            </a:extLst>
          </p:cNvPr>
          <p:cNvSpPr/>
          <p:nvPr/>
        </p:nvSpPr>
        <p:spPr>
          <a:xfrm>
            <a:off x="4672693" y="630345"/>
            <a:ext cx="7519307" cy="5644445"/>
          </a:xfrm>
          <a:prstGeom prst="rect">
            <a:avLst/>
          </a:prstGeom>
          <a:solidFill>
            <a:srgbClr val="6ECDB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"/>
              <a:cs typeface=""/>
            </a:endParaRPr>
          </a:p>
        </p:txBody>
      </p:sp>
      <p:sp>
        <p:nvSpPr>
          <p:cNvPr id="6" name="Tekstvak 1">
            <a:extLst>
              <a:ext uri="{FF2B5EF4-FFF2-40B4-BE49-F238E27FC236}">
                <a16:creationId xmlns:a16="http://schemas.microsoft.com/office/drawing/2014/main" id="{EB8B5BBF-DBFC-4565-8784-B49DE7A6AEEB}"/>
              </a:ext>
            </a:extLst>
          </p:cNvPr>
          <p:cNvSpPr txBox="1"/>
          <p:nvPr/>
        </p:nvSpPr>
        <p:spPr>
          <a:xfrm>
            <a:off x="450397" y="2688230"/>
            <a:ext cx="3686175" cy="1076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800" b="1" spc="300">
                <a:solidFill>
                  <a:srgbClr val="6ECDB4"/>
                </a:solidFill>
                <a:latin typeface="Work Sans" pitchFamily="2" charset="77"/>
                <a:ea typeface="Segoe UI Black" panose="020B0A02040204020203" pitchFamily="34" charset="0"/>
                <a:cs typeface="Segoe UI Black" panose="020B0A02040204020203" pitchFamily="34" charset="0"/>
              </a:rPr>
              <a:t>Agenda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0EEC13F-34A1-46BF-AB62-6BAEBC35EA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63886" y="1175657"/>
            <a:ext cx="7086827" cy="4482193"/>
          </a:xfrm>
          <a:prstGeom prst="rect">
            <a:avLst/>
          </a:prstGeom>
        </p:spPr>
        <p:txBody>
          <a:bodyPr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652213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558F9425-EB4C-6F96-1F1B-EBF29975C62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072898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558F9425-EB4C-6F96-1F1B-EBF29975C6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F8C3E3F-D693-AD31-7D2D-B3CCD8335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8D4D4D-B437-9A64-06BA-A55C77A80B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816AAF-1513-44E8-AF59-0003DF94BF0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65040-E753-3424-ADA9-4C0316900E3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2C46E52-ECF5-4FE9-8B3A-BA611BDA7EB1}" type="datetime1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8DC20-3415-8FDA-4669-AFF4C4348BC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906700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V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27A8A55C-5759-4E2A-81C0-53B20D2F06E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285000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3" imgH="424" progId="TCLayout.ActiveDocument.1">
                  <p:embed/>
                </p:oleObj>
              </mc:Choice>
              <mc:Fallback>
                <p:oleObj name="think-cell Slide" r:id="rId3" imgW="423" imgH="424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27A8A55C-5759-4E2A-81C0-53B20D2F06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1D475B-8C3C-49E7-B07C-0620CE28F7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Ins="0"/>
          <a:lstStyle/>
          <a:p>
            <a:fld id="{26816AAF-1513-44E8-AF59-0003DF94BF0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ABB0E-39F6-4314-A76C-FCEE8003272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Ins="0"/>
          <a:lstStyle/>
          <a:p>
            <a:fld id="{C2C46E52-ECF5-4FE9-8B3A-BA611BDA7EB1}" type="datetime1">
              <a:rPr lang="en-US" smtClean="0"/>
              <a:pPr/>
              <a:t>4/2/2026</a:t>
            </a:fld>
            <a:endParaRPr lang="en-US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904E53E8-4C56-447E-BDD2-A296F34971B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45840" y="560700"/>
            <a:ext cx="8174674" cy="57385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D44C7F-7234-49E6-B810-18A90013C4BB}"/>
              </a:ext>
            </a:extLst>
          </p:cNvPr>
          <p:cNvSpPr/>
          <p:nvPr/>
        </p:nvSpPr>
        <p:spPr>
          <a:xfrm>
            <a:off x="0" y="0"/>
            <a:ext cx="331265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81FF5E-F77B-476F-8A2F-F1B65C5B7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045" y="2860874"/>
            <a:ext cx="2956560" cy="700377"/>
          </a:xfrm>
        </p:spPr>
        <p:txBody>
          <a:bodyPr vert="horz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9BCE31D7-1977-4BBB-8EEF-DD93589163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3199" y="4850709"/>
            <a:ext cx="2956558" cy="996862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Subtitle styles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4C0C09A8-003E-DE99-1666-C2176CFBCAE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96634" y="560700"/>
            <a:ext cx="2369685" cy="2223141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3E4AE34D-8495-7A5A-7DE9-36E6B2B509DF}"/>
              </a:ext>
            </a:extLst>
          </p:cNvPr>
          <p:cNvSpPr/>
          <p:nvPr/>
        </p:nvSpPr>
        <p:spPr>
          <a:xfrm rot="5400000">
            <a:off x="1458209" y="3015850"/>
            <a:ext cx="446537" cy="295655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b="1">
                <a:solidFill>
                  <a:schemeClr val="bg1"/>
                </a:solidFill>
                <a:latin typeface="Work Sans" pitchFamily="2" charset="0"/>
              </a:rPr>
              <a:t>Key Expertise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097984B3-BAD5-4EC1-D044-8BDE37E3BE7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8045" y="3627907"/>
            <a:ext cx="2956558" cy="44653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Subtitle styles</a:t>
            </a:r>
          </a:p>
        </p:txBody>
      </p:sp>
    </p:spTree>
    <p:extLst>
      <p:ext uri="{BB962C8B-B14F-4D97-AF65-F5344CB8AC3E}">
        <p14:creationId xmlns:p14="http://schemas.microsoft.com/office/powerpoint/2010/main" val="1872414856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W-Quote-White-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3FC5D6BF-152B-4A11-9E32-51F2F6A08BC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65613287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3" imgH="424" progId="TCLayout.ActiveDocument.1">
                  <p:embed/>
                </p:oleObj>
              </mc:Choice>
              <mc:Fallback>
                <p:oleObj name="think-cell Slide" r:id="rId3" imgW="423" imgH="424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3FC5D6BF-152B-4A11-9E32-51F2F6A08B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DDB8CBAA-99B5-4B02-A830-A7A543CBF9C6}"/>
              </a:ext>
            </a:extLst>
          </p:cNvPr>
          <p:cNvSpPr/>
          <p:nvPr/>
        </p:nvSpPr>
        <p:spPr>
          <a:xfrm>
            <a:off x="9755945" y="132297"/>
            <a:ext cx="2046849" cy="2254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7FD3D78-83BD-7E94-78E5-D0F406A1E1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1557" y="412751"/>
            <a:ext cx="2607324" cy="1158811"/>
          </a:xfrm>
          <a:prstGeom prst="rect">
            <a:avLst/>
          </a:prstGeom>
        </p:spPr>
      </p:pic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581C0293-5587-09CB-BF8F-1280469045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111988" y="6433602"/>
            <a:ext cx="608455" cy="292101"/>
          </a:xfrm>
        </p:spPr>
        <p:txBody>
          <a:bodyPr r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6816AAF-1513-44E8-AF59-0003DF94BF0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563813A-2673-167F-33E3-7D37D5351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1870075"/>
            <a:ext cx="10753725" cy="3816349"/>
          </a:xfrm>
        </p:spPr>
        <p:txBody>
          <a:bodyPr vert="horz" anchor="b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9037163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W-DarkBlu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3FC5D6BF-152B-4A11-9E32-51F2F6A08BC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5832229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3" imgH="424" progId="TCLayout.ActiveDocument.1">
                  <p:embed/>
                </p:oleObj>
              </mc:Choice>
              <mc:Fallback>
                <p:oleObj name="think-cell Slide" r:id="rId3" imgW="423" imgH="424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3FC5D6BF-152B-4A11-9E32-51F2F6A08B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DDB8CBAA-99B5-4B02-A830-A7A543CBF9C6}"/>
              </a:ext>
            </a:extLst>
          </p:cNvPr>
          <p:cNvSpPr/>
          <p:nvPr/>
        </p:nvSpPr>
        <p:spPr>
          <a:xfrm>
            <a:off x="9755945" y="175845"/>
            <a:ext cx="2046849" cy="181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DD3236-FD9F-44E1-B888-500FD556174E}"/>
              </a:ext>
            </a:extLst>
          </p:cNvPr>
          <p:cNvSpPr/>
          <p:nvPr/>
        </p:nvSpPr>
        <p:spPr>
          <a:xfrm rot="5400000">
            <a:off x="9784969" y="3585735"/>
            <a:ext cx="4442205" cy="2194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466C914-4190-082F-3B6A-4C4E642EEA0F}"/>
              </a:ext>
            </a:extLst>
          </p:cNvPr>
          <p:cNvSpPr txBox="1">
            <a:spLocks/>
          </p:cNvSpPr>
          <p:nvPr/>
        </p:nvSpPr>
        <p:spPr>
          <a:xfrm rot="5400000">
            <a:off x="9929996" y="3719894"/>
            <a:ext cx="4066032" cy="277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-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  <a:r>
              <a:rPr lang="en-US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© BrightWolves – empowered by </a:t>
            </a:r>
            <a:r>
              <a:rPr lang="en-US" sz="80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Quanteus</a:t>
            </a:r>
            <a:r>
              <a:rPr lang="en-US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Group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7FD3D78-83BD-7E94-78E5-D0F406A1E1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1557" y="412751"/>
            <a:ext cx="2607324" cy="115881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BD99D9CC-7322-54E8-393D-3C70FA00CD02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44567"/>
          <a:stretch/>
        </p:blipFill>
        <p:spPr>
          <a:xfrm>
            <a:off x="471557" y="5818285"/>
            <a:ext cx="2790770" cy="196561"/>
          </a:xfrm>
          <a:prstGeom prst="rect">
            <a:avLst/>
          </a:prstGeom>
        </p:spPr>
      </p:pic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366BADC6-2AC1-6265-7AA9-4FAD45658EEF}"/>
              </a:ext>
            </a:extLst>
          </p:cNvPr>
          <p:cNvSpPr/>
          <p:nvPr/>
        </p:nvSpPr>
        <p:spPr>
          <a:xfrm rot="10800000">
            <a:off x="9755945" y="-1"/>
            <a:ext cx="854358" cy="233808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798E134E-AA78-D49A-41B2-50C4B461C1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111988" y="6433602"/>
            <a:ext cx="608455" cy="292101"/>
          </a:xfrm>
        </p:spPr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6816AAF-1513-44E8-AF59-0003DF94BF0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60B017A-2D88-0EEA-C032-0F3199A4AE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1884" y="3114065"/>
            <a:ext cx="5051952" cy="1162795"/>
          </a:xfrm>
        </p:spPr>
        <p:txBody>
          <a:bodyPr vert="horz" anchor="b">
            <a:noAutofit/>
          </a:bodyPr>
          <a:lstStyle>
            <a:lvl1pPr algn="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561F8CD-27C6-8E7F-C1E0-069C30665F0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71884" y="4581525"/>
            <a:ext cx="5051952" cy="1428750"/>
          </a:xfrm>
          <a:prstGeom prst="rect">
            <a:avLst/>
          </a:prstGeom>
          <a:noFill/>
        </p:spPr>
        <p:txBody>
          <a:bodyPr anchor="b">
            <a:noAutofit/>
          </a:bodyPr>
          <a:lstStyle>
            <a:lvl1pPr marL="0" indent="0" algn="r">
              <a:buNone/>
              <a:defRPr sz="1600" b="1">
                <a:solidFill>
                  <a:schemeClr val="accent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Presenters &amp; date</a:t>
            </a:r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30672FF8-44A6-2CD2-70E7-6198AB2E534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79268" y="3114064"/>
            <a:ext cx="2433638" cy="1162796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</a:lstStyle>
          <a:p>
            <a:r>
              <a:rPr lang="en-US"/>
              <a:t>Client </a:t>
            </a:r>
          </a:p>
          <a:p>
            <a:r>
              <a:rPr lang="en-US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156152798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W-DarkBlue-Busines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3FC5D6BF-152B-4A11-9E32-51F2F6A08BC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2418495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3" imgH="424" progId="TCLayout.ActiveDocument.1">
                  <p:embed/>
                </p:oleObj>
              </mc:Choice>
              <mc:Fallback>
                <p:oleObj name="think-cell Slide" r:id="rId3" imgW="423" imgH="424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3FC5D6BF-152B-4A11-9E32-51F2F6A08B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DDB8CBAA-99B5-4B02-A830-A7A543CBF9C6}"/>
              </a:ext>
            </a:extLst>
          </p:cNvPr>
          <p:cNvSpPr/>
          <p:nvPr/>
        </p:nvSpPr>
        <p:spPr>
          <a:xfrm>
            <a:off x="9755945" y="175845"/>
            <a:ext cx="2046849" cy="181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DD3236-FD9F-44E1-B888-500FD556174E}"/>
              </a:ext>
            </a:extLst>
          </p:cNvPr>
          <p:cNvSpPr/>
          <p:nvPr/>
        </p:nvSpPr>
        <p:spPr>
          <a:xfrm rot="5400000">
            <a:off x="9784969" y="3585735"/>
            <a:ext cx="4442205" cy="2194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466C914-4190-082F-3B6A-4C4E642EEA0F}"/>
              </a:ext>
            </a:extLst>
          </p:cNvPr>
          <p:cNvSpPr txBox="1">
            <a:spLocks/>
          </p:cNvSpPr>
          <p:nvPr/>
        </p:nvSpPr>
        <p:spPr>
          <a:xfrm rot="5400000">
            <a:off x="9929996" y="3719894"/>
            <a:ext cx="4066032" cy="277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-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  <a:r>
              <a:rPr lang="en-US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© BrightWolves – empowered by </a:t>
            </a:r>
            <a:r>
              <a:rPr lang="en-US" sz="80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Quanteus</a:t>
            </a:r>
            <a:r>
              <a:rPr lang="en-US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Group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7FD3D78-83BD-7E94-78E5-D0F406A1E1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1557" y="412751"/>
            <a:ext cx="2607324" cy="115881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BD99D9CC-7322-54E8-393D-3C70FA00CD02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44567"/>
          <a:stretch/>
        </p:blipFill>
        <p:spPr>
          <a:xfrm>
            <a:off x="471557" y="5818285"/>
            <a:ext cx="2790770" cy="196561"/>
          </a:xfrm>
          <a:prstGeom prst="rect">
            <a:avLst/>
          </a:prstGeom>
        </p:spPr>
      </p:pic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366BADC6-2AC1-6265-7AA9-4FAD45658EEF}"/>
              </a:ext>
            </a:extLst>
          </p:cNvPr>
          <p:cNvSpPr/>
          <p:nvPr/>
        </p:nvSpPr>
        <p:spPr>
          <a:xfrm rot="10800000">
            <a:off x="9755945" y="-1"/>
            <a:ext cx="854358" cy="233808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AD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7B6BF45F-77AA-BCFB-7DB3-0D2E8BD0E8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111988" y="6433602"/>
            <a:ext cx="608455" cy="292101"/>
          </a:xfrm>
        </p:spPr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6816AAF-1513-44E8-AF59-0003DF94BF0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E93CDAB-BCAD-D303-4C32-315CAF0CE3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1884" y="3114065"/>
            <a:ext cx="5051952" cy="1162795"/>
          </a:xfrm>
        </p:spPr>
        <p:txBody>
          <a:bodyPr vert="horz" anchor="b">
            <a:noAutofit/>
          </a:bodyPr>
          <a:lstStyle>
            <a:lvl1pPr algn="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E8D0A3E-0549-2352-38B1-23A2835AF08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71884" y="4581525"/>
            <a:ext cx="5051952" cy="1428750"/>
          </a:xfrm>
          <a:prstGeom prst="rect">
            <a:avLst/>
          </a:prstGeom>
          <a:noFill/>
        </p:spPr>
        <p:txBody>
          <a:bodyPr anchor="b">
            <a:noAutofit/>
          </a:bodyPr>
          <a:lstStyle>
            <a:lvl1pPr marL="0" indent="0" algn="r">
              <a:buNone/>
              <a:defRPr sz="1600" b="1">
                <a:solidFill>
                  <a:schemeClr val="accent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Presenters &amp; date</a:t>
            </a:r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E0FF8C4-94C1-F9E8-3CF6-6D45141166C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79268" y="3114064"/>
            <a:ext cx="2433638" cy="1162796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</a:lstStyle>
          <a:p>
            <a:r>
              <a:rPr lang="en-US"/>
              <a:t>Client </a:t>
            </a:r>
          </a:p>
          <a:p>
            <a:r>
              <a:rPr lang="en-US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330013267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W-DarkBlue-Sustainabilit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3FC5D6BF-152B-4A11-9E32-51F2F6A08BC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12831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3" imgH="424" progId="TCLayout.ActiveDocument.1">
                  <p:embed/>
                </p:oleObj>
              </mc:Choice>
              <mc:Fallback>
                <p:oleObj name="think-cell Slide" r:id="rId3" imgW="423" imgH="424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3FC5D6BF-152B-4A11-9E32-51F2F6A08B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DDB8CBAA-99B5-4B02-A830-A7A543CBF9C6}"/>
              </a:ext>
            </a:extLst>
          </p:cNvPr>
          <p:cNvSpPr/>
          <p:nvPr/>
        </p:nvSpPr>
        <p:spPr>
          <a:xfrm>
            <a:off x="9755945" y="175845"/>
            <a:ext cx="2046849" cy="181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DD3236-FD9F-44E1-B888-500FD556174E}"/>
              </a:ext>
            </a:extLst>
          </p:cNvPr>
          <p:cNvSpPr/>
          <p:nvPr/>
        </p:nvSpPr>
        <p:spPr>
          <a:xfrm rot="5400000">
            <a:off x="9784969" y="3585735"/>
            <a:ext cx="4442205" cy="2194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466C914-4190-082F-3B6A-4C4E642EEA0F}"/>
              </a:ext>
            </a:extLst>
          </p:cNvPr>
          <p:cNvSpPr txBox="1">
            <a:spLocks/>
          </p:cNvSpPr>
          <p:nvPr/>
        </p:nvSpPr>
        <p:spPr>
          <a:xfrm rot="5400000">
            <a:off x="9929996" y="3719894"/>
            <a:ext cx="4066032" cy="277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-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  <a:r>
              <a:rPr lang="en-US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© BrightWolves – empowered by </a:t>
            </a:r>
            <a:r>
              <a:rPr lang="en-US" sz="80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Quanteus</a:t>
            </a:r>
            <a:r>
              <a:rPr lang="en-US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Group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7FD3D78-83BD-7E94-78E5-D0F406A1E1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1557" y="412751"/>
            <a:ext cx="2607324" cy="115881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BD99D9CC-7322-54E8-393D-3C70FA00CD02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44567"/>
          <a:stretch/>
        </p:blipFill>
        <p:spPr>
          <a:xfrm>
            <a:off x="471557" y="5818285"/>
            <a:ext cx="2790770" cy="196561"/>
          </a:xfrm>
          <a:prstGeom prst="rect">
            <a:avLst/>
          </a:prstGeom>
        </p:spPr>
      </p:pic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366BADC6-2AC1-6265-7AA9-4FAD45658EEF}"/>
              </a:ext>
            </a:extLst>
          </p:cNvPr>
          <p:cNvSpPr/>
          <p:nvPr/>
        </p:nvSpPr>
        <p:spPr>
          <a:xfrm rot="10800000">
            <a:off x="9755945" y="-1"/>
            <a:ext cx="854358" cy="233808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A3D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064BDBF3-E01E-E67E-2B8F-EDE6674982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111988" y="6433602"/>
            <a:ext cx="608455" cy="292101"/>
          </a:xfrm>
        </p:spPr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6816AAF-1513-44E8-AF59-0003DF94BF0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4D50383-F8A9-4749-2C45-0EB6161B4C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1884" y="3114065"/>
            <a:ext cx="5051952" cy="1162795"/>
          </a:xfrm>
        </p:spPr>
        <p:txBody>
          <a:bodyPr vert="horz" anchor="b">
            <a:noAutofit/>
          </a:bodyPr>
          <a:lstStyle>
            <a:lvl1pPr algn="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F929149-9EEC-9B93-320D-DB7A07E9E4A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71884" y="4581525"/>
            <a:ext cx="5051952" cy="1428750"/>
          </a:xfrm>
          <a:prstGeom prst="rect">
            <a:avLst/>
          </a:prstGeom>
          <a:noFill/>
        </p:spPr>
        <p:txBody>
          <a:bodyPr anchor="b">
            <a:noAutofit/>
          </a:bodyPr>
          <a:lstStyle>
            <a:lvl1pPr marL="0" indent="0" algn="r">
              <a:buNone/>
              <a:defRPr sz="1600" b="1">
                <a:solidFill>
                  <a:schemeClr val="accent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Presenters &amp; date</a:t>
            </a:r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631B5EC-6BFA-1461-6ABF-9399012B452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79268" y="3114064"/>
            <a:ext cx="2433638" cy="1162796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</a:lstStyle>
          <a:p>
            <a:r>
              <a:rPr lang="en-US"/>
              <a:t>Client </a:t>
            </a:r>
          </a:p>
          <a:p>
            <a:r>
              <a:rPr lang="en-US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269629739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W-DarkBlue-Digi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3FC5D6BF-152B-4A11-9E32-51F2F6A08BC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8225829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3" imgH="424" progId="TCLayout.ActiveDocument.1">
                  <p:embed/>
                </p:oleObj>
              </mc:Choice>
              <mc:Fallback>
                <p:oleObj name="think-cell Slide" r:id="rId3" imgW="423" imgH="424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3FC5D6BF-152B-4A11-9E32-51F2F6A08B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DDB8CBAA-99B5-4B02-A830-A7A543CBF9C6}"/>
              </a:ext>
            </a:extLst>
          </p:cNvPr>
          <p:cNvSpPr/>
          <p:nvPr/>
        </p:nvSpPr>
        <p:spPr>
          <a:xfrm>
            <a:off x="9755945" y="175845"/>
            <a:ext cx="2046849" cy="181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DD3236-FD9F-44E1-B888-500FD556174E}"/>
              </a:ext>
            </a:extLst>
          </p:cNvPr>
          <p:cNvSpPr/>
          <p:nvPr/>
        </p:nvSpPr>
        <p:spPr>
          <a:xfrm rot="5400000">
            <a:off x="9784969" y="3585735"/>
            <a:ext cx="4442205" cy="2194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466C914-4190-082F-3B6A-4C4E642EEA0F}"/>
              </a:ext>
            </a:extLst>
          </p:cNvPr>
          <p:cNvSpPr txBox="1">
            <a:spLocks/>
          </p:cNvSpPr>
          <p:nvPr/>
        </p:nvSpPr>
        <p:spPr>
          <a:xfrm rot="5400000">
            <a:off x="9929996" y="3719894"/>
            <a:ext cx="4066032" cy="277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-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  <a:r>
              <a:rPr lang="en-US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© BrightWolves – empowered by </a:t>
            </a:r>
            <a:r>
              <a:rPr lang="en-US" sz="80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Quanteus</a:t>
            </a:r>
            <a:r>
              <a:rPr lang="en-US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Group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7FD3D78-83BD-7E94-78E5-D0F406A1E1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1557" y="412751"/>
            <a:ext cx="2607324" cy="115881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BD99D9CC-7322-54E8-393D-3C70FA00CD02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44567"/>
          <a:stretch/>
        </p:blipFill>
        <p:spPr>
          <a:xfrm>
            <a:off x="471557" y="5818285"/>
            <a:ext cx="2790770" cy="196561"/>
          </a:xfrm>
          <a:prstGeom prst="rect">
            <a:avLst/>
          </a:prstGeom>
        </p:spPr>
      </p:pic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366BADC6-2AC1-6265-7AA9-4FAD45658EEF}"/>
              </a:ext>
            </a:extLst>
          </p:cNvPr>
          <p:cNvSpPr/>
          <p:nvPr/>
        </p:nvSpPr>
        <p:spPr>
          <a:xfrm rot="10800000">
            <a:off x="9755945" y="-1"/>
            <a:ext cx="854358" cy="233808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B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272AB4E9-4D58-68B3-FBA6-7891A86D6C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111988" y="6433602"/>
            <a:ext cx="608455" cy="292101"/>
          </a:xfrm>
        </p:spPr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6816AAF-1513-44E8-AF59-0003DF94BF0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203154E-535A-B69F-AF61-C9224175F6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1884" y="3114065"/>
            <a:ext cx="5051952" cy="1162795"/>
          </a:xfrm>
        </p:spPr>
        <p:txBody>
          <a:bodyPr vert="horz" anchor="b">
            <a:noAutofit/>
          </a:bodyPr>
          <a:lstStyle>
            <a:lvl1pPr algn="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96B45713-F007-3A7A-1CC0-07FA12354F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71884" y="4581525"/>
            <a:ext cx="5051952" cy="1428750"/>
          </a:xfrm>
          <a:prstGeom prst="rect">
            <a:avLst/>
          </a:prstGeom>
          <a:noFill/>
        </p:spPr>
        <p:txBody>
          <a:bodyPr anchor="b">
            <a:noAutofit/>
          </a:bodyPr>
          <a:lstStyle>
            <a:lvl1pPr marL="0" indent="0" algn="r">
              <a:buNone/>
              <a:defRPr sz="1600" b="1">
                <a:solidFill>
                  <a:schemeClr val="accent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Presenters &amp; date</a:t>
            </a:r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D1ED3F8A-B10A-2FFF-0F2D-038ECA72A53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79268" y="3114064"/>
            <a:ext cx="2433638" cy="1162796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</a:lstStyle>
          <a:p>
            <a:r>
              <a:rPr lang="en-US"/>
              <a:t>Client </a:t>
            </a:r>
          </a:p>
          <a:p>
            <a:r>
              <a:rPr lang="en-US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266631390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W-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3FC5D6BF-152B-4A11-9E32-51F2F6A08BC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76710987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3" imgH="424" progId="TCLayout.ActiveDocument.1">
                  <p:embed/>
                </p:oleObj>
              </mc:Choice>
              <mc:Fallback>
                <p:oleObj name="think-cell Slide" r:id="rId3" imgW="423" imgH="424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3FC5D6BF-152B-4A11-9E32-51F2F6A08B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DDB8CBAA-99B5-4B02-A830-A7A543CBF9C6}"/>
              </a:ext>
            </a:extLst>
          </p:cNvPr>
          <p:cNvSpPr/>
          <p:nvPr/>
        </p:nvSpPr>
        <p:spPr>
          <a:xfrm>
            <a:off x="9755945" y="136933"/>
            <a:ext cx="2046849" cy="1818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DD3236-FD9F-44E1-B888-500FD556174E}"/>
              </a:ext>
            </a:extLst>
          </p:cNvPr>
          <p:cNvSpPr/>
          <p:nvPr/>
        </p:nvSpPr>
        <p:spPr>
          <a:xfrm rot="5400000">
            <a:off x="9784969" y="3585735"/>
            <a:ext cx="4442205" cy="2194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466C914-4190-082F-3B6A-4C4E642EEA0F}"/>
              </a:ext>
            </a:extLst>
          </p:cNvPr>
          <p:cNvSpPr txBox="1">
            <a:spLocks/>
          </p:cNvSpPr>
          <p:nvPr/>
        </p:nvSpPr>
        <p:spPr>
          <a:xfrm rot="5400000">
            <a:off x="9929996" y="3719894"/>
            <a:ext cx="4066032" cy="277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-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  <a:r>
              <a:rPr lang="en-US" sz="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© BrightWolves – empowered by </a:t>
            </a:r>
            <a:r>
              <a:rPr lang="en-US" sz="800" err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Quanteus</a:t>
            </a:r>
            <a:r>
              <a:rPr lang="en-US" sz="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Group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7FD3D78-83BD-7E94-78E5-D0F406A1E1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1557" y="412751"/>
            <a:ext cx="2607324" cy="115881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BD99D9CC-7322-54E8-393D-3C70FA00CD02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44567"/>
          <a:stretch/>
        </p:blipFill>
        <p:spPr>
          <a:xfrm>
            <a:off x="471557" y="5818285"/>
            <a:ext cx="2790770" cy="196561"/>
          </a:xfrm>
          <a:prstGeom prst="rect">
            <a:avLst/>
          </a:prstGeom>
        </p:spPr>
      </p:pic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366BADC6-2AC1-6265-7AA9-4FAD45658EEF}"/>
              </a:ext>
            </a:extLst>
          </p:cNvPr>
          <p:cNvSpPr/>
          <p:nvPr/>
        </p:nvSpPr>
        <p:spPr>
          <a:xfrm rot="10800000">
            <a:off x="9755945" y="-11431"/>
            <a:ext cx="854358" cy="233808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0949BF34-C32B-83AB-DD94-6F6369544A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111988" y="6433602"/>
            <a:ext cx="608455" cy="292101"/>
          </a:xfrm>
        </p:spPr>
        <p:txBody>
          <a:bodyPr rIns="0"/>
          <a:lstStyle>
            <a:lvl1pPr>
              <a:defRPr>
                <a:solidFill>
                  <a:srgbClr val="1C646D"/>
                </a:solidFill>
              </a:defRPr>
            </a:lvl1pPr>
          </a:lstStyle>
          <a:p>
            <a:fld id="{26816AAF-1513-44E8-AF59-0003DF94BF0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E72CDDD-3F5F-BA61-0E05-3C52F6236B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24284" y="3266465"/>
            <a:ext cx="5051952" cy="1162795"/>
          </a:xfrm>
        </p:spPr>
        <p:txBody>
          <a:bodyPr vert="horz" anchor="b">
            <a:noAutofit/>
          </a:bodyPr>
          <a:lstStyle>
            <a:lvl1pPr algn="r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60410EF-A8F7-D03E-2D0B-6E48B9B417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24284" y="4733925"/>
            <a:ext cx="5051952" cy="1428750"/>
          </a:xfrm>
          <a:prstGeom prst="rect">
            <a:avLst/>
          </a:prstGeom>
          <a:noFill/>
        </p:spPr>
        <p:txBody>
          <a:bodyPr anchor="b">
            <a:noAutofit/>
          </a:bodyPr>
          <a:lstStyle>
            <a:lvl1pPr marL="0" indent="0" algn="r">
              <a:buNone/>
              <a:defRPr sz="16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Presenters &amp; date</a:t>
            </a:r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E79F6B0D-847B-246F-B2F8-0DED91FEAEA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31668" y="3266464"/>
            <a:ext cx="2433638" cy="1162796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</a:lstStyle>
          <a:p>
            <a:r>
              <a:rPr lang="en-US"/>
              <a:t>Client </a:t>
            </a:r>
          </a:p>
          <a:p>
            <a:r>
              <a:rPr lang="en-US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202717172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W-White-Busines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3FC5D6BF-152B-4A11-9E32-51F2F6A08BC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612846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3" imgH="424" progId="TCLayout.ActiveDocument.1">
                  <p:embed/>
                </p:oleObj>
              </mc:Choice>
              <mc:Fallback>
                <p:oleObj name="think-cell Slide" r:id="rId3" imgW="423" imgH="424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3FC5D6BF-152B-4A11-9E32-51F2F6A08B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DDB8CBAA-99B5-4B02-A830-A7A543CBF9C6}"/>
              </a:ext>
            </a:extLst>
          </p:cNvPr>
          <p:cNvSpPr/>
          <p:nvPr/>
        </p:nvSpPr>
        <p:spPr>
          <a:xfrm>
            <a:off x="9755945" y="136933"/>
            <a:ext cx="2046849" cy="1818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DD3236-FD9F-44E1-B888-500FD556174E}"/>
              </a:ext>
            </a:extLst>
          </p:cNvPr>
          <p:cNvSpPr/>
          <p:nvPr/>
        </p:nvSpPr>
        <p:spPr>
          <a:xfrm rot="5400000">
            <a:off x="9784969" y="3585735"/>
            <a:ext cx="4442205" cy="2194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466C914-4190-082F-3B6A-4C4E642EEA0F}"/>
              </a:ext>
            </a:extLst>
          </p:cNvPr>
          <p:cNvSpPr txBox="1">
            <a:spLocks/>
          </p:cNvSpPr>
          <p:nvPr/>
        </p:nvSpPr>
        <p:spPr>
          <a:xfrm rot="5400000">
            <a:off x="9929996" y="3719894"/>
            <a:ext cx="4066032" cy="277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-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  <a:r>
              <a:rPr lang="en-US" sz="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© BrightWolves – empowered by </a:t>
            </a:r>
            <a:r>
              <a:rPr lang="en-US" sz="800" err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Quanteus</a:t>
            </a:r>
            <a:r>
              <a:rPr lang="en-US" sz="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Group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7FD3D78-83BD-7E94-78E5-D0F406A1E1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1557" y="412751"/>
            <a:ext cx="2607324" cy="115881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BD99D9CC-7322-54E8-393D-3C70FA00CD02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44567"/>
          <a:stretch/>
        </p:blipFill>
        <p:spPr>
          <a:xfrm>
            <a:off x="471557" y="5818285"/>
            <a:ext cx="2790770" cy="196561"/>
          </a:xfrm>
          <a:prstGeom prst="rect">
            <a:avLst/>
          </a:prstGeom>
        </p:spPr>
      </p:pic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366BADC6-2AC1-6265-7AA9-4FAD45658EEF}"/>
              </a:ext>
            </a:extLst>
          </p:cNvPr>
          <p:cNvSpPr/>
          <p:nvPr/>
        </p:nvSpPr>
        <p:spPr>
          <a:xfrm rot="10800000">
            <a:off x="9755945" y="-1"/>
            <a:ext cx="854358" cy="233808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AD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8BBA903E-6CEE-B80F-8A50-9D0C31A7C3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111988" y="6433602"/>
            <a:ext cx="608455" cy="292101"/>
          </a:xfrm>
        </p:spPr>
        <p:txBody>
          <a:bodyPr rIns="0"/>
          <a:lstStyle>
            <a:lvl1pPr>
              <a:defRPr>
                <a:solidFill>
                  <a:srgbClr val="1C646D"/>
                </a:solidFill>
              </a:defRPr>
            </a:lvl1pPr>
          </a:lstStyle>
          <a:p>
            <a:fld id="{26816AAF-1513-44E8-AF59-0003DF94BF0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3573D63-3A42-8594-D9BD-5B923B2FC1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24284" y="3266465"/>
            <a:ext cx="5051952" cy="1162795"/>
          </a:xfrm>
        </p:spPr>
        <p:txBody>
          <a:bodyPr vert="horz" anchor="b">
            <a:noAutofit/>
          </a:bodyPr>
          <a:lstStyle>
            <a:lvl1pPr algn="r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E606801-7404-662C-477D-D6BAC330E25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24284" y="4733925"/>
            <a:ext cx="5051952" cy="1428750"/>
          </a:xfrm>
          <a:prstGeom prst="rect">
            <a:avLst/>
          </a:prstGeom>
          <a:noFill/>
        </p:spPr>
        <p:txBody>
          <a:bodyPr anchor="b">
            <a:noAutofit/>
          </a:bodyPr>
          <a:lstStyle>
            <a:lvl1pPr marL="0" indent="0" algn="r">
              <a:buNone/>
              <a:defRPr sz="16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Presenters &amp; date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F042DBBA-EBCD-327A-65FA-B01B4541F2B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31668" y="3266464"/>
            <a:ext cx="2433638" cy="1162796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</a:lstStyle>
          <a:p>
            <a:r>
              <a:rPr lang="en-US"/>
              <a:t>Client </a:t>
            </a:r>
          </a:p>
          <a:p>
            <a:r>
              <a:rPr lang="en-US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375944637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W-White-Sustainabilit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3FC5D6BF-152B-4A11-9E32-51F2F6A08BC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5736298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3" imgH="424" progId="TCLayout.ActiveDocument.1">
                  <p:embed/>
                </p:oleObj>
              </mc:Choice>
              <mc:Fallback>
                <p:oleObj name="think-cell Slide" r:id="rId3" imgW="423" imgH="424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3FC5D6BF-152B-4A11-9E32-51F2F6A08B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DDB8CBAA-99B5-4B02-A830-A7A543CBF9C6}"/>
              </a:ext>
            </a:extLst>
          </p:cNvPr>
          <p:cNvSpPr/>
          <p:nvPr/>
        </p:nvSpPr>
        <p:spPr>
          <a:xfrm>
            <a:off x="9755945" y="136933"/>
            <a:ext cx="2046849" cy="1818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DD3236-FD9F-44E1-B888-500FD556174E}"/>
              </a:ext>
            </a:extLst>
          </p:cNvPr>
          <p:cNvSpPr/>
          <p:nvPr/>
        </p:nvSpPr>
        <p:spPr>
          <a:xfrm rot="5400000">
            <a:off x="9784969" y="3585735"/>
            <a:ext cx="4442205" cy="2194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466C914-4190-082F-3B6A-4C4E642EEA0F}"/>
              </a:ext>
            </a:extLst>
          </p:cNvPr>
          <p:cNvSpPr txBox="1">
            <a:spLocks/>
          </p:cNvSpPr>
          <p:nvPr/>
        </p:nvSpPr>
        <p:spPr>
          <a:xfrm rot="5400000">
            <a:off x="9929996" y="3719894"/>
            <a:ext cx="4066032" cy="277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-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  <a:r>
              <a:rPr lang="en-US" sz="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© BrightWolves – empowered by </a:t>
            </a:r>
            <a:r>
              <a:rPr lang="en-US" sz="800" err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Quanteus</a:t>
            </a:r>
            <a:r>
              <a:rPr lang="en-US" sz="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Group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7FD3D78-83BD-7E94-78E5-D0F406A1E1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1557" y="412751"/>
            <a:ext cx="2607324" cy="115881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BD99D9CC-7322-54E8-393D-3C70FA00CD02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44567"/>
          <a:stretch/>
        </p:blipFill>
        <p:spPr>
          <a:xfrm>
            <a:off x="471557" y="5818285"/>
            <a:ext cx="2790770" cy="196561"/>
          </a:xfrm>
          <a:prstGeom prst="rect">
            <a:avLst/>
          </a:prstGeom>
        </p:spPr>
      </p:pic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366BADC6-2AC1-6265-7AA9-4FAD45658EEF}"/>
              </a:ext>
            </a:extLst>
          </p:cNvPr>
          <p:cNvSpPr/>
          <p:nvPr/>
        </p:nvSpPr>
        <p:spPr>
          <a:xfrm rot="10800000">
            <a:off x="9755945" y="-1"/>
            <a:ext cx="854358" cy="233808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A3D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1D395783-F78E-86C5-55C1-975DFB603F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111988" y="6433602"/>
            <a:ext cx="608455" cy="292101"/>
          </a:xfrm>
        </p:spPr>
        <p:txBody>
          <a:bodyPr rIns="0"/>
          <a:lstStyle>
            <a:lvl1pPr>
              <a:defRPr>
                <a:solidFill>
                  <a:srgbClr val="1C646D"/>
                </a:solidFill>
              </a:defRPr>
            </a:lvl1pPr>
          </a:lstStyle>
          <a:p>
            <a:fld id="{26816AAF-1513-44E8-AF59-0003DF94BF0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26EB55-FB10-E615-7A5A-7792BFB96E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24284" y="3266465"/>
            <a:ext cx="5051952" cy="1162795"/>
          </a:xfrm>
        </p:spPr>
        <p:txBody>
          <a:bodyPr vert="horz" anchor="b">
            <a:noAutofit/>
          </a:bodyPr>
          <a:lstStyle>
            <a:lvl1pPr algn="r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4EEE6CD7-1AAF-E370-2136-F0B80550C89E}"/>
              </a:ext>
            </a:extLst>
          </p:cNvPr>
          <p:cNvSpPr txBox="1">
            <a:spLocks/>
          </p:cNvSpPr>
          <p:nvPr/>
        </p:nvSpPr>
        <p:spPr>
          <a:xfrm>
            <a:off x="6224284" y="4733925"/>
            <a:ext cx="5051952" cy="1428750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2000" kern="1200">
                <a:solidFill>
                  <a:srgbClr val="00234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None/>
              <a:defRPr sz="1800" kern="1200">
                <a:solidFill>
                  <a:srgbClr val="00234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00234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00234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Presenters &amp; date</a:t>
            </a:r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2618A8F5-3280-E372-9B7E-057C4D3CF4C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31668" y="3266464"/>
            <a:ext cx="2433638" cy="1162796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</a:lstStyle>
          <a:p>
            <a:r>
              <a:rPr lang="en-US"/>
              <a:t>Client </a:t>
            </a:r>
          </a:p>
          <a:p>
            <a:r>
              <a:rPr lang="en-US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416771008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BW-White-Dig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3FC5D6BF-152B-4A11-9E32-51F2F6A08BC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0895886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3" imgH="424" progId="TCLayout.ActiveDocument.1">
                  <p:embed/>
                </p:oleObj>
              </mc:Choice>
              <mc:Fallback>
                <p:oleObj name="think-cell Slide" r:id="rId3" imgW="423" imgH="424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3FC5D6BF-152B-4A11-9E32-51F2F6A08B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DDB8CBAA-99B5-4B02-A830-A7A543CBF9C6}"/>
              </a:ext>
            </a:extLst>
          </p:cNvPr>
          <p:cNvSpPr/>
          <p:nvPr/>
        </p:nvSpPr>
        <p:spPr>
          <a:xfrm>
            <a:off x="9755945" y="136933"/>
            <a:ext cx="2046849" cy="1818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DD3236-FD9F-44E1-B888-500FD556174E}"/>
              </a:ext>
            </a:extLst>
          </p:cNvPr>
          <p:cNvSpPr/>
          <p:nvPr/>
        </p:nvSpPr>
        <p:spPr>
          <a:xfrm rot="5400000">
            <a:off x="9784969" y="3585735"/>
            <a:ext cx="4442205" cy="2194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466C914-4190-082F-3B6A-4C4E642EEA0F}"/>
              </a:ext>
            </a:extLst>
          </p:cNvPr>
          <p:cNvSpPr txBox="1">
            <a:spLocks/>
          </p:cNvSpPr>
          <p:nvPr/>
        </p:nvSpPr>
        <p:spPr>
          <a:xfrm rot="5400000">
            <a:off x="9929996" y="3719894"/>
            <a:ext cx="4066032" cy="277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-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  <a:r>
              <a:rPr lang="en-US" sz="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© BrightWolves – empowered by </a:t>
            </a:r>
            <a:r>
              <a:rPr lang="en-US" sz="800" err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Quanteus</a:t>
            </a:r>
            <a:r>
              <a:rPr lang="en-US" sz="80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Group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7FD3D78-83BD-7E94-78E5-D0F406A1E1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1557" y="412751"/>
            <a:ext cx="2607324" cy="115881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BD99D9CC-7322-54E8-393D-3C70FA00CD02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44567"/>
          <a:stretch/>
        </p:blipFill>
        <p:spPr>
          <a:xfrm>
            <a:off x="471557" y="5818285"/>
            <a:ext cx="2790770" cy="196561"/>
          </a:xfrm>
          <a:prstGeom prst="rect">
            <a:avLst/>
          </a:prstGeom>
        </p:spPr>
      </p:pic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366BADC6-2AC1-6265-7AA9-4FAD45658EEF}"/>
              </a:ext>
            </a:extLst>
          </p:cNvPr>
          <p:cNvSpPr/>
          <p:nvPr/>
        </p:nvSpPr>
        <p:spPr>
          <a:xfrm rot="10800000">
            <a:off x="9755945" y="-1"/>
            <a:ext cx="854358" cy="233808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B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581C0293-5587-09CB-BF8F-1280469045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111988" y="6433602"/>
            <a:ext cx="608455" cy="292101"/>
          </a:xfrm>
        </p:spPr>
        <p:txBody>
          <a:bodyPr rIns="0"/>
          <a:lstStyle>
            <a:lvl1pPr>
              <a:defRPr>
                <a:solidFill>
                  <a:srgbClr val="1C646D"/>
                </a:solidFill>
              </a:defRPr>
            </a:lvl1pPr>
          </a:lstStyle>
          <a:p>
            <a:fld id="{26816AAF-1513-44E8-AF59-0003DF94BF0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769A364-9FBC-4355-1C90-F37F3B8A37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24284" y="3266465"/>
            <a:ext cx="5051952" cy="1162795"/>
          </a:xfrm>
        </p:spPr>
        <p:txBody>
          <a:bodyPr vert="horz" anchor="b">
            <a:noAutofit/>
          </a:bodyPr>
          <a:lstStyle>
            <a:lvl1pPr algn="r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311D9321-7F3C-C83C-C47D-9E4475813AB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24284" y="4733925"/>
            <a:ext cx="5051952" cy="1428750"/>
          </a:xfrm>
          <a:prstGeom prst="rect">
            <a:avLst/>
          </a:prstGeom>
          <a:noFill/>
        </p:spPr>
        <p:txBody>
          <a:bodyPr anchor="b">
            <a:noAutofit/>
          </a:bodyPr>
          <a:lstStyle>
            <a:lvl1pPr marL="0" indent="0" algn="r">
              <a:buNone/>
              <a:defRPr sz="16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Presenters &amp; date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9434D325-FC40-04E4-E0FF-AEDE1CEBBEE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31668" y="3266464"/>
            <a:ext cx="2433638" cy="1162796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</a:lstStyle>
          <a:p>
            <a:r>
              <a:rPr lang="en-US"/>
              <a:t>Client </a:t>
            </a:r>
          </a:p>
          <a:p>
            <a:r>
              <a:rPr lang="en-US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6361428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W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>
            <a:extLst>
              <a:ext uri="{FF2B5EF4-FFF2-40B4-BE49-F238E27FC236}">
                <a16:creationId xmlns:a16="http://schemas.microsoft.com/office/drawing/2014/main" id="{852E463B-E087-D38F-C82A-52CE1E3065F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004842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11" name="Object 10" hidden="1">
                        <a:extLst>
                          <a:ext uri="{FF2B5EF4-FFF2-40B4-BE49-F238E27FC236}">
                            <a16:creationId xmlns:a16="http://schemas.microsoft.com/office/drawing/2014/main" id="{852E463B-E087-D38F-C82A-52CE1E3065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AEA66BA-10D3-4DC2-914E-960EBE661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000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ED982E-8745-41C3-BF16-3C6694AB30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816AAF-1513-44E8-AF59-0003DF94BF0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B5BFC-5CF4-4943-A68A-AF1C41E9741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2C46E52-ECF5-4FE9-8B3A-BA611BDA7EB1}" type="datetime1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A05BE-D66F-420B-8A15-3198D1824D3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eaLnBrk="1">
              <a:defRPr/>
            </a:lvl1pPr>
          </a:lstStyle>
          <a:p>
            <a:endParaRPr lang="en-US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3152A49B-2C66-4187-AD15-9E93D51340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3900" y="6276976"/>
            <a:ext cx="8715375" cy="48895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50000"/>
              </a:lnSpc>
              <a:buNone/>
              <a:defRPr sz="120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Note:</a:t>
            </a:r>
          </a:p>
          <a:p>
            <a:pPr lvl="0"/>
            <a:r>
              <a:rPr lang="en-US"/>
              <a:t>Source: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7DD34128-5CFF-49B7-A406-5330ED90C4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3900" y="1173099"/>
            <a:ext cx="10753725" cy="398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rgbClr val="BCA18C"/>
                </a:solidFill>
              </a:defRPr>
            </a:lvl1pPr>
          </a:lstStyle>
          <a:p>
            <a:pPr lvl="0"/>
            <a:r>
              <a:rPr lang="en-US"/>
              <a:t>Click to edit Master Subtitle styles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95BA6F-987B-45E6-A0FA-FFD297F1144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3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US"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E4C91C53-2AC2-F107-6A1D-FC2CBE42B2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0319" y="2163316"/>
            <a:ext cx="5691362" cy="2531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156121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W-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ct 11" hidden="1">
            <a:extLst>
              <a:ext uri="{FF2B5EF4-FFF2-40B4-BE49-F238E27FC236}">
                <a16:creationId xmlns:a16="http://schemas.microsoft.com/office/drawing/2014/main" id="{B39511B4-3D7F-A91F-9D80-9B853AC5CF6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822415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6" progId="TCLayout.ActiveDocument.1">
                  <p:embed/>
                </p:oleObj>
              </mc:Choice>
              <mc:Fallback>
                <p:oleObj name="think-cell Slide" r:id="rId3" imgW="425" imgH="426" progId="TCLayout.ActiveDocument.1">
                  <p:embed/>
                  <p:pic>
                    <p:nvPicPr>
                      <p:cNvPr id="12" name="Object 11" hidden="1">
                        <a:extLst>
                          <a:ext uri="{FF2B5EF4-FFF2-40B4-BE49-F238E27FC236}">
                            <a16:creationId xmlns:a16="http://schemas.microsoft.com/office/drawing/2014/main" id="{B39511B4-3D7F-A91F-9D80-9B853AC5CF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ED982E-8745-41C3-BF16-3C6694AB30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816AAF-1513-44E8-AF59-0003DF94BF0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B5BFC-5CF4-4943-A68A-AF1C41E9741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2C46E52-ECF5-4FE9-8B3A-BA611BDA7EB1}" type="datetime1">
              <a:rPr lang="en-US" smtClean="0"/>
              <a:pPr/>
              <a:t>4/2/2026</a:t>
            </a:fld>
            <a:endParaRPr lang="en-US"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E4C91C53-2AC2-F107-6A1D-FC2CBE42B2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6770" y="6038098"/>
            <a:ext cx="1158460" cy="515252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7394901A-E278-94DA-0926-7EADB2E3C01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67402" y="2459011"/>
            <a:ext cx="6257196" cy="18345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400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6204149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W-Full-Colour-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3FC5D6BF-152B-4A11-9E32-51F2F6A08BC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573209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3" imgH="424" progId="TCLayout.ActiveDocument.1">
                  <p:embed/>
                </p:oleObj>
              </mc:Choice>
              <mc:Fallback>
                <p:oleObj name="think-cell Slide" r:id="rId3" imgW="423" imgH="424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3FC5D6BF-152B-4A11-9E32-51F2F6A08B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66640" y="4175760"/>
            <a:ext cx="6257196" cy="18345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sz="400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B8CBAA-99B5-4B02-A830-A7A543CBF9C6}"/>
              </a:ext>
            </a:extLst>
          </p:cNvPr>
          <p:cNvSpPr/>
          <p:nvPr/>
        </p:nvSpPr>
        <p:spPr>
          <a:xfrm>
            <a:off x="9755945" y="175845"/>
            <a:ext cx="2046849" cy="18188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DD3236-FD9F-44E1-B888-500FD556174E}"/>
              </a:ext>
            </a:extLst>
          </p:cNvPr>
          <p:cNvSpPr/>
          <p:nvPr/>
        </p:nvSpPr>
        <p:spPr>
          <a:xfrm rot="5400000">
            <a:off x="9784969" y="3585735"/>
            <a:ext cx="4442205" cy="2194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466C914-4190-082F-3B6A-4C4E642EEA0F}"/>
              </a:ext>
            </a:extLst>
          </p:cNvPr>
          <p:cNvSpPr txBox="1">
            <a:spLocks/>
          </p:cNvSpPr>
          <p:nvPr/>
        </p:nvSpPr>
        <p:spPr>
          <a:xfrm rot="5400000">
            <a:off x="9929996" y="3719894"/>
            <a:ext cx="4066032" cy="277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-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  <a:r>
              <a:rPr lang="en-US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© BrightWolves – empowered by </a:t>
            </a:r>
            <a:r>
              <a:rPr lang="en-US" sz="80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Quanteus</a:t>
            </a:r>
            <a:r>
              <a:rPr lang="en-US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Group</a:t>
            </a:r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4FAF1A5F-8359-D1D1-35C9-C081156129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557" y="412751"/>
            <a:ext cx="2605395" cy="1158811"/>
          </a:xfrm>
          <a:prstGeom prst="rect">
            <a:avLst/>
          </a:prstGeom>
        </p:spPr>
      </p:pic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E5E1EA14-3083-B4D0-6301-5852E8816D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111988" y="6433602"/>
            <a:ext cx="608455" cy="292101"/>
          </a:xfrm>
        </p:spPr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6816AAF-1513-44E8-AF59-0003DF94BF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26421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W-Full-Colour-Mi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3FC5D6BF-152B-4A11-9E32-51F2F6A08BC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573209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3" imgH="424" progId="TCLayout.ActiveDocument.1">
                  <p:embed/>
                </p:oleObj>
              </mc:Choice>
              <mc:Fallback>
                <p:oleObj name="think-cell Slide" r:id="rId3" imgW="423" imgH="424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3FC5D6BF-152B-4A11-9E32-51F2F6A08B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66640" y="4175760"/>
            <a:ext cx="6257196" cy="18345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sz="400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B8CBAA-99B5-4B02-A830-A7A543CBF9C6}"/>
              </a:ext>
            </a:extLst>
          </p:cNvPr>
          <p:cNvSpPr/>
          <p:nvPr/>
        </p:nvSpPr>
        <p:spPr>
          <a:xfrm>
            <a:off x="9755945" y="175845"/>
            <a:ext cx="2046849" cy="1818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DD3236-FD9F-44E1-B888-500FD556174E}"/>
              </a:ext>
            </a:extLst>
          </p:cNvPr>
          <p:cNvSpPr/>
          <p:nvPr/>
        </p:nvSpPr>
        <p:spPr>
          <a:xfrm rot="5400000">
            <a:off x="9784969" y="3585735"/>
            <a:ext cx="4442205" cy="2194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466C914-4190-082F-3B6A-4C4E642EEA0F}"/>
              </a:ext>
            </a:extLst>
          </p:cNvPr>
          <p:cNvSpPr txBox="1">
            <a:spLocks/>
          </p:cNvSpPr>
          <p:nvPr/>
        </p:nvSpPr>
        <p:spPr>
          <a:xfrm rot="5400000">
            <a:off x="9929996" y="3719894"/>
            <a:ext cx="4066032" cy="277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-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  <a:r>
              <a:rPr lang="en-US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© BrightWolves – empowered by </a:t>
            </a:r>
            <a:r>
              <a:rPr lang="en-US" sz="80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Quanteus</a:t>
            </a:r>
            <a:r>
              <a:rPr lang="en-US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Group</a:t>
            </a:r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4FAF1A5F-8359-D1D1-35C9-C081156129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557" y="412751"/>
            <a:ext cx="2605395" cy="1158811"/>
          </a:xfrm>
          <a:prstGeom prst="rect">
            <a:avLst/>
          </a:prstGeom>
        </p:spPr>
      </p:pic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35CA941F-29E4-AB5F-A41B-54A604632F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111988" y="6433602"/>
            <a:ext cx="608455" cy="292101"/>
          </a:xfrm>
        </p:spPr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6816AAF-1513-44E8-AF59-0003DF94BF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16185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W-Full-Colour-Business">
    <p:bg>
      <p:bgPr>
        <a:solidFill>
          <a:srgbClr val="FFAD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3FC5D6BF-152B-4A11-9E32-51F2F6A08BC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573209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3" imgH="424" progId="TCLayout.ActiveDocument.1">
                  <p:embed/>
                </p:oleObj>
              </mc:Choice>
              <mc:Fallback>
                <p:oleObj name="think-cell Slide" r:id="rId3" imgW="423" imgH="424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3FC5D6BF-152B-4A11-9E32-51F2F6A08B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66640" y="4175760"/>
            <a:ext cx="6257196" cy="18345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sz="400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B8CBAA-99B5-4B02-A830-A7A543CBF9C6}"/>
              </a:ext>
            </a:extLst>
          </p:cNvPr>
          <p:cNvSpPr/>
          <p:nvPr/>
        </p:nvSpPr>
        <p:spPr>
          <a:xfrm>
            <a:off x="9755945" y="175845"/>
            <a:ext cx="2046849" cy="181888"/>
          </a:xfrm>
          <a:prstGeom prst="rect">
            <a:avLst/>
          </a:prstGeom>
          <a:solidFill>
            <a:srgbClr val="FFAD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DD3236-FD9F-44E1-B888-500FD556174E}"/>
              </a:ext>
            </a:extLst>
          </p:cNvPr>
          <p:cNvSpPr/>
          <p:nvPr/>
        </p:nvSpPr>
        <p:spPr>
          <a:xfrm rot="5400000">
            <a:off x="9784969" y="3585735"/>
            <a:ext cx="4442205" cy="2194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466C914-4190-082F-3B6A-4C4E642EEA0F}"/>
              </a:ext>
            </a:extLst>
          </p:cNvPr>
          <p:cNvSpPr txBox="1">
            <a:spLocks/>
          </p:cNvSpPr>
          <p:nvPr/>
        </p:nvSpPr>
        <p:spPr>
          <a:xfrm rot="5400000">
            <a:off x="9929996" y="3719894"/>
            <a:ext cx="4066032" cy="277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-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  <a:r>
              <a:rPr lang="en-US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© BrightWolves – empowered by </a:t>
            </a:r>
            <a:r>
              <a:rPr lang="en-US" sz="80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Quanteus</a:t>
            </a:r>
            <a:r>
              <a:rPr lang="en-US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Group</a:t>
            </a:r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4FAF1A5F-8359-D1D1-35C9-C081156129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557" y="412751"/>
            <a:ext cx="2605395" cy="1158811"/>
          </a:xfrm>
          <a:prstGeom prst="rect">
            <a:avLst/>
          </a:prstGeom>
        </p:spPr>
      </p:pic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FA70C7A6-B54E-EE0C-C437-56CB3FC2C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111988" y="6433602"/>
            <a:ext cx="608455" cy="292101"/>
          </a:xfrm>
        </p:spPr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6816AAF-1513-44E8-AF59-0003DF94BF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81187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W-Full-Colour-Sustainability">
    <p:bg>
      <p:bgPr>
        <a:solidFill>
          <a:srgbClr val="9A3D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3FC5D6BF-152B-4A11-9E32-51F2F6A08BC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573209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3" imgH="424" progId="TCLayout.ActiveDocument.1">
                  <p:embed/>
                </p:oleObj>
              </mc:Choice>
              <mc:Fallback>
                <p:oleObj name="think-cell Slide" r:id="rId3" imgW="423" imgH="424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3FC5D6BF-152B-4A11-9E32-51F2F6A08B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66640" y="4175760"/>
            <a:ext cx="6257196" cy="18345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sz="400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B8CBAA-99B5-4B02-A830-A7A543CBF9C6}"/>
              </a:ext>
            </a:extLst>
          </p:cNvPr>
          <p:cNvSpPr/>
          <p:nvPr/>
        </p:nvSpPr>
        <p:spPr>
          <a:xfrm>
            <a:off x="9755945" y="175845"/>
            <a:ext cx="2046849" cy="181888"/>
          </a:xfrm>
          <a:prstGeom prst="rect">
            <a:avLst/>
          </a:prstGeom>
          <a:solidFill>
            <a:srgbClr val="9A3D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DD3236-FD9F-44E1-B888-500FD556174E}"/>
              </a:ext>
            </a:extLst>
          </p:cNvPr>
          <p:cNvSpPr/>
          <p:nvPr/>
        </p:nvSpPr>
        <p:spPr>
          <a:xfrm rot="5400000">
            <a:off x="9784969" y="3585735"/>
            <a:ext cx="4442205" cy="2194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466C914-4190-082F-3B6A-4C4E642EEA0F}"/>
              </a:ext>
            </a:extLst>
          </p:cNvPr>
          <p:cNvSpPr txBox="1">
            <a:spLocks/>
          </p:cNvSpPr>
          <p:nvPr/>
        </p:nvSpPr>
        <p:spPr>
          <a:xfrm rot="5400000">
            <a:off x="9929996" y="3719894"/>
            <a:ext cx="4066032" cy="277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-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  <a:r>
              <a:rPr lang="en-US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© BrightWolves – empowered by </a:t>
            </a:r>
            <a:r>
              <a:rPr lang="en-US" sz="80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Quanteus</a:t>
            </a:r>
            <a:r>
              <a:rPr lang="en-US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Group</a:t>
            </a:r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4FAF1A5F-8359-D1D1-35C9-C081156129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557" y="412751"/>
            <a:ext cx="2605395" cy="1158811"/>
          </a:xfrm>
          <a:prstGeom prst="rect">
            <a:avLst/>
          </a:prstGeom>
        </p:spPr>
      </p:pic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C0607A93-AC1A-415C-3910-AADB9FD773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111988" y="6433602"/>
            <a:ext cx="608455" cy="292101"/>
          </a:xfrm>
        </p:spPr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6816AAF-1513-44E8-AF59-0003DF94BF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301839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W-Full-Colour-Digit">
    <p:bg>
      <p:bgPr>
        <a:solidFill>
          <a:srgbClr val="003B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3FC5D6BF-152B-4A11-9E32-51F2F6A08BC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573209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3" imgH="424" progId="TCLayout.ActiveDocument.1">
                  <p:embed/>
                </p:oleObj>
              </mc:Choice>
              <mc:Fallback>
                <p:oleObj name="think-cell Slide" r:id="rId3" imgW="423" imgH="424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3FC5D6BF-152B-4A11-9E32-51F2F6A08B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66640" y="4175760"/>
            <a:ext cx="6257196" cy="18345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sz="4000">
                <a:solidFill>
                  <a:schemeClr val="bg1"/>
                </a:solidFill>
                <a:latin typeface="Work Sans" pitchFamily="2" charset="0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B8CBAA-99B5-4B02-A830-A7A543CBF9C6}"/>
              </a:ext>
            </a:extLst>
          </p:cNvPr>
          <p:cNvSpPr/>
          <p:nvPr/>
        </p:nvSpPr>
        <p:spPr>
          <a:xfrm>
            <a:off x="9755945" y="175845"/>
            <a:ext cx="2046849" cy="181888"/>
          </a:xfrm>
          <a:prstGeom prst="rect">
            <a:avLst/>
          </a:prstGeom>
          <a:solidFill>
            <a:srgbClr val="003B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DD3236-FD9F-44E1-B888-500FD556174E}"/>
              </a:ext>
            </a:extLst>
          </p:cNvPr>
          <p:cNvSpPr/>
          <p:nvPr/>
        </p:nvSpPr>
        <p:spPr>
          <a:xfrm rot="5400000">
            <a:off x="9784969" y="3585735"/>
            <a:ext cx="4442205" cy="2194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466C914-4190-082F-3B6A-4C4E642EEA0F}"/>
              </a:ext>
            </a:extLst>
          </p:cNvPr>
          <p:cNvSpPr txBox="1">
            <a:spLocks/>
          </p:cNvSpPr>
          <p:nvPr/>
        </p:nvSpPr>
        <p:spPr>
          <a:xfrm rot="5400000">
            <a:off x="9929996" y="3719894"/>
            <a:ext cx="4066032" cy="277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-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  <a:r>
              <a:rPr lang="en-US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© BrightWolves – empowered by </a:t>
            </a:r>
            <a:r>
              <a:rPr lang="en-US" sz="80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Quanteus</a:t>
            </a:r>
            <a:r>
              <a:rPr lang="en-US"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Group</a:t>
            </a:r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4FAF1A5F-8359-D1D1-35C9-C081156129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557" y="412751"/>
            <a:ext cx="2605395" cy="1158811"/>
          </a:xfrm>
          <a:prstGeom prst="rect">
            <a:avLst/>
          </a:prstGeom>
        </p:spPr>
      </p:pic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8FE1A550-A53C-5385-9A02-82F83AE9E9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111988" y="6433602"/>
            <a:ext cx="608455" cy="292101"/>
          </a:xfrm>
        </p:spPr>
        <p:txBody>
          <a:bodyPr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6816AAF-1513-44E8-AF59-0003DF94BF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28770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W-Cover-01_Quanteus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3FC5D6BF-152B-4A11-9E32-51F2F6A08B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3" imgH="424" progId="TCLayout.ActiveDocument.1">
                  <p:embed/>
                </p:oleObj>
              </mc:Choice>
              <mc:Fallback>
                <p:oleObj name="think-cell Slide" r:id="rId3" imgW="423" imgH="424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3FC5D6BF-152B-4A11-9E32-51F2F6A08B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71884" y="3114065"/>
            <a:ext cx="5051952" cy="1162795"/>
          </a:xfrm>
        </p:spPr>
        <p:txBody>
          <a:bodyPr anchor="b">
            <a:noAutofit/>
          </a:bodyPr>
          <a:lstStyle>
            <a:lvl1pPr algn="r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071884" y="4581525"/>
            <a:ext cx="5051952" cy="1428750"/>
          </a:xfrm>
          <a:prstGeom prst="rect">
            <a:avLst/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 algn="r">
              <a:buNone/>
              <a:defRPr sz="1600" b="1">
                <a:solidFill>
                  <a:srgbClr val="6ECDB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Presenters &amp; date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B8CBAA-99B5-4B02-A830-A7A543CBF9C6}"/>
              </a:ext>
            </a:extLst>
          </p:cNvPr>
          <p:cNvSpPr/>
          <p:nvPr userDrawn="1"/>
        </p:nvSpPr>
        <p:spPr>
          <a:xfrm>
            <a:off x="9755945" y="175845"/>
            <a:ext cx="2046849" cy="1818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DD3236-FD9F-44E1-B888-500FD556174E}"/>
              </a:ext>
            </a:extLst>
          </p:cNvPr>
          <p:cNvSpPr/>
          <p:nvPr userDrawn="1"/>
        </p:nvSpPr>
        <p:spPr>
          <a:xfrm rot="5400000">
            <a:off x="9784969" y="3585735"/>
            <a:ext cx="4442205" cy="2194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A097D06-2B44-33BA-13A7-7C645BD60F0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9267" y="1072052"/>
            <a:ext cx="10044569" cy="1276251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C555398-A1EE-47BA-3C6B-CADE48595785}"/>
              </a:ext>
            </a:extLst>
          </p:cNvPr>
          <p:cNvSpPr txBox="1">
            <a:spLocks/>
          </p:cNvSpPr>
          <p:nvPr userDrawn="1"/>
        </p:nvSpPr>
        <p:spPr>
          <a:xfrm rot="5400000">
            <a:off x="9929996" y="3719894"/>
            <a:ext cx="4066032" cy="277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-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00" b="1">
                <a:solidFill>
                  <a:srgbClr val="6ECDB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  <a:r>
              <a:rPr lang="en-US" sz="800">
                <a:solidFill>
                  <a:srgbClr val="6ECDB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© BrightWolves – empowered by Quanteus Group</a:t>
            </a:r>
          </a:p>
        </p:txBody>
      </p:sp>
    </p:spTree>
    <p:extLst>
      <p:ext uri="{BB962C8B-B14F-4D97-AF65-F5344CB8AC3E}">
        <p14:creationId xmlns:p14="http://schemas.microsoft.com/office/powerpoint/2010/main" val="1356438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W-Cover-01_Quanteus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3FC5D6BF-152B-4A11-9E32-51F2F6A08B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3" imgH="424" progId="TCLayout.ActiveDocument.1">
                  <p:embed/>
                </p:oleObj>
              </mc:Choice>
              <mc:Fallback>
                <p:oleObj name="think-cell Slide" r:id="rId3" imgW="423" imgH="424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3FC5D6BF-152B-4A11-9E32-51F2F6A08B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71884" y="3114065"/>
            <a:ext cx="5051952" cy="1162795"/>
          </a:xfrm>
        </p:spPr>
        <p:txBody>
          <a:bodyPr anchor="b">
            <a:noAutofit/>
          </a:bodyPr>
          <a:lstStyle>
            <a:lvl1pPr algn="r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071884" y="4581525"/>
            <a:ext cx="5051952" cy="1428750"/>
          </a:xfrm>
          <a:prstGeom prst="rect">
            <a:avLst/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 algn="r">
              <a:buNone/>
              <a:defRPr sz="1600" b="1">
                <a:solidFill>
                  <a:srgbClr val="6ECDB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Presenters &amp; date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B8CBAA-99B5-4B02-A830-A7A543CBF9C6}"/>
              </a:ext>
            </a:extLst>
          </p:cNvPr>
          <p:cNvSpPr/>
          <p:nvPr userDrawn="1"/>
        </p:nvSpPr>
        <p:spPr>
          <a:xfrm>
            <a:off x="9755945" y="175845"/>
            <a:ext cx="2046849" cy="1818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DD3236-FD9F-44E1-B888-500FD556174E}"/>
              </a:ext>
            </a:extLst>
          </p:cNvPr>
          <p:cNvSpPr/>
          <p:nvPr userDrawn="1"/>
        </p:nvSpPr>
        <p:spPr>
          <a:xfrm rot="5400000">
            <a:off x="9784969" y="3585735"/>
            <a:ext cx="4442205" cy="2194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A097D06-2B44-33BA-13A7-7C645BD60F0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6771" y="662398"/>
            <a:ext cx="10610226" cy="1348122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C555398-A1EE-47BA-3C6B-CADE48595785}"/>
              </a:ext>
            </a:extLst>
          </p:cNvPr>
          <p:cNvSpPr txBox="1">
            <a:spLocks/>
          </p:cNvSpPr>
          <p:nvPr userDrawn="1"/>
        </p:nvSpPr>
        <p:spPr>
          <a:xfrm rot="5400000">
            <a:off x="9929996" y="3719894"/>
            <a:ext cx="4066032" cy="277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-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00" b="1">
                <a:solidFill>
                  <a:srgbClr val="6ECDB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  <a:r>
              <a:rPr lang="en-US" sz="800">
                <a:solidFill>
                  <a:srgbClr val="6ECDB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© BrightWolves – empowered by Quanteus Group</a:t>
            </a:r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9A56E8E2-310A-5CA4-EF95-D866DE409E2E}"/>
              </a:ext>
            </a:extLst>
          </p:cNvPr>
          <p:cNvSpPr/>
          <p:nvPr userDrawn="1"/>
        </p:nvSpPr>
        <p:spPr>
          <a:xfrm rot="5400000">
            <a:off x="2435448" y="3131960"/>
            <a:ext cx="500559" cy="537145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11">
            <a:extLst>
              <a:ext uri="{FF2B5EF4-FFF2-40B4-BE49-F238E27FC236}">
                <a16:creationId xmlns:a16="http://schemas.microsoft.com/office/drawing/2014/main" id="{82B53AB4-A057-F8AF-915E-C531BE4D0D5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468908" y="3114065"/>
            <a:ext cx="2433638" cy="1162796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600"/>
            </a:lvl1pPr>
          </a:lstStyle>
          <a:p>
            <a:r>
              <a:rPr lang="en-US"/>
              <a:t>Client </a:t>
            </a:r>
          </a:p>
          <a:p>
            <a:r>
              <a:rPr lang="en-US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9426819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detai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3C5DD-6ACD-E035-3715-B515F3C95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260230-ABE9-5557-65DD-7799FB6699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816AAF-1513-44E8-AF59-0003DF94BF0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A05C4-38D1-557A-63F8-867FAD3E497D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0393137" y="6433602"/>
            <a:ext cx="704784" cy="292101"/>
          </a:xfrm>
        </p:spPr>
        <p:txBody>
          <a:bodyPr/>
          <a:lstStyle/>
          <a:p>
            <a:fld id="{C2C46E52-ECF5-4FE9-8B3A-BA611BDA7EB1}" type="datetime1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A33DE-8715-5B6D-2398-6731E59BE24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Content Placeholder 13">
            <a:extLst>
              <a:ext uri="{FF2B5EF4-FFF2-40B4-BE49-F238E27FC236}">
                <a16:creationId xmlns:a16="http://schemas.microsoft.com/office/drawing/2014/main" id="{9CF34686-5EC7-9642-1D61-897A8BE56EE8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571526786"/>
              </p:ext>
            </p:extLst>
          </p:nvPr>
        </p:nvGraphicFramePr>
        <p:xfrm>
          <a:off x="6756272" y="3717925"/>
          <a:ext cx="472122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0612">
                  <a:extLst>
                    <a:ext uri="{9D8B030D-6E8A-4147-A177-3AD203B41FA5}">
                      <a16:colId xmlns:a16="http://schemas.microsoft.com/office/drawing/2014/main" val="2341752457"/>
                    </a:ext>
                  </a:extLst>
                </a:gridCol>
                <a:gridCol w="2360612">
                  <a:extLst>
                    <a:ext uri="{9D8B030D-6E8A-4147-A177-3AD203B41FA5}">
                      <a16:colId xmlns:a16="http://schemas.microsoft.com/office/drawing/2014/main" val="34499396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Team Member</a:t>
                      </a:r>
                      <a:endParaRPr lang="en-BE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Member Level</a:t>
                      </a:r>
                      <a:endParaRPr lang="en-BE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005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BE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8954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BE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213469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B0BCF1D-6AEB-B700-6593-4CC169B185C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1931715"/>
              </p:ext>
            </p:extLst>
          </p:nvPr>
        </p:nvGraphicFramePr>
        <p:xfrm>
          <a:off x="6756272" y="2003182"/>
          <a:ext cx="472135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0676">
                  <a:extLst>
                    <a:ext uri="{9D8B030D-6E8A-4147-A177-3AD203B41FA5}">
                      <a16:colId xmlns:a16="http://schemas.microsoft.com/office/drawing/2014/main" val="3016088110"/>
                    </a:ext>
                  </a:extLst>
                </a:gridCol>
                <a:gridCol w="2360676">
                  <a:extLst>
                    <a:ext uri="{9D8B030D-6E8A-4147-A177-3AD203B41FA5}">
                      <a16:colId xmlns:a16="http://schemas.microsoft.com/office/drawing/2014/main" val="94639297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Administration</a:t>
                      </a:r>
                      <a:endParaRPr lang="en-BE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B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3188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Client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BE" sz="14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2294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Duration</a:t>
                      </a:r>
                      <a:endParaRPr lang="en-BE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842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QITS Code</a:t>
                      </a:r>
                      <a:endParaRPr lang="en-BE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BE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93239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92A3BF8-3B09-731F-CAC3-697FAB0327E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85466277"/>
              </p:ext>
            </p:extLst>
          </p:nvPr>
        </p:nvGraphicFramePr>
        <p:xfrm>
          <a:off x="714249" y="1959931"/>
          <a:ext cx="472135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0676">
                  <a:extLst>
                    <a:ext uri="{9D8B030D-6E8A-4147-A177-3AD203B41FA5}">
                      <a16:colId xmlns:a16="http://schemas.microsoft.com/office/drawing/2014/main" val="3016088110"/>
                    </a:ext>
                  </a:extLst>
                </a:gridCol>
                <a:gridCol w="2360676">
                  <a:extLst>
                    <a:ext uri="{9D8B030D-6E8A-4147-A177-3AD203B41FA5}">
                      <a16:colId xmlns:a16="http://schemas.microsoft.com/office/drawing/2014/main" val="94639297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Company information</a:t>
                      </a:r>
                      <a:endParaRPr lang="en-BE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B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3188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Industry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BE" sz="1400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2294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Location</a:t>
                      </a:r>
                      <a:endParaRPr lang="en-BE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842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Activity</a:t>
                      </a:r>
                      <a:endParaRPr lang="en-BE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496453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4664878-D8B3-CC05-2277-4E1436BB67A2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299817694"/>
              </p:ext>
            </p:extLst>
          </p:nvPr>
        </p:nvGraphicFramePr>
        <p:xfrm>
          <a:off x="723774" y="3717450"/>
          <a:ext cx="472135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0676">
                  <a:extLst>
                    <a:ext uri="{9D8B030D-6E8A-4147-A177-3AD203B41FA5}">
                      <a16:colId xmlns:a16="http://schemas.microsoft.com/office/drawing/2014/main" val="3016088110"/>
                    </a:ext>
                  </a:extLst>
                </a:gridCol>
                <a:gridCol w="2360676">
                  <a:extLst>
                    <a:ext uri="{9D8B030D-6E8A-4147-A177-3AD203B41FA5}">
                      <a16:colId xmlns:a16="http://schemas.microsoft.com/office/drawing/2014/main" val="94639297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Project scope</a:t>
                      </a:r>
                      <a:endParaRPr lang="en-BE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B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3188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BE" sz="14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2294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BE" sz="14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49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Subcapability</a:t>
                      </a:r>
                      <a:endParaRPr lang="en-BE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842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Comment</a:t>
                      </a:r>
                      <a:endParaRPr lang="en-BE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495523"/>
                  </a:ext>
                </a:extLst>
              </a:tr>
            </a:tbl>
          </a:graphicData>
        </a:graphic>
      </p:graphicFrame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43311B1D-FD11-10CC-5EA4-9BCDE47C5D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1488" y="1153003"/>
            <a:ext cx="11249025" cy="398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rgbClr val="6ECDB4"/>
                </a:solidFill>
              </a:defRPr>
            </a:lvl1pPr>
          </a:lstStyle>
          <a:p>
            <a:pPr lvl="0"/>
            <a:r>
              <a:rPr lang="en-US"/>
              <a:t>Click to edit Master Subtitle styles</a:t>
            </a:r>
          </a:p>
        </p:txBody>
      </p:sp>
    </p:spTree>
    <p:extLst>
      <p:ext uri="{BB962C8B-B14F-4D97-AF65-F5344CB8AC3E}">
        <p14:creationId xmlns:p14="http://schemas.microsoft.com/office/powerpoint/2010/main" val="214971705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W-Basic-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DEA1696B-00E6-402F-9E49-70FA559D5E9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612612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3" imgH="424" progId="TCLayout.ActiveDocument.1">
                  <p:embed/>
                </p:oleObj>
              </mc:Choice>
              <mc:Fallback>
                <p:oleObj name="think-cell Slide" r:id="rId3" imgW="423" imgH="42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DEA1696B-00E6-402F-9E49-70FA559D5E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ED982E-8745-41C3-BF16-3C6694AB30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Ins="0"/>
          <a:lstStyle/>
          <a:p>
            <a:fld id="{26816AAF-1513-44E8-AF59-0003DF94BF08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B5BFC-5CF4-4943-A68A-AF1C41E97413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0417629" y="6433602"/>
            <a:ext cx="680291" cy="292101"/>
          </a:xfrm>
        </p:spPr>
        <p:txBody>
          <a:bodyPr rIns="0"/>
          <a:lstStyle/>
          <a:p>
            <a:fld id="{195A75BE-6B1E-4A06-8693-51E4AFA3B805}" type="datetime1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A05BE-D66F-420B-8A15-3198D1824D3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eaLnBrk="1">
              <a:defRPr/>
            </a:lvl1pPr>
          </a:lstStyle>
          <a:p>
            <a:endParaRPr lang="en-US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2F5AE265-AE0F-44EB-A33F-88CAD01FD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557" y="412751"/>
            <a:ext cx="11248886" cy="730250"/>
          </a:xfrm>
          <a:prstGeom prst="rect">
            <a:avLst/>
          </a:prstGeom>
        </p:spPr>
        <p:txBody>
          <a:bodyPr vert="horz" lIns="90000" tIns="46800" rIns="90000" bIns="46800" rtlCol="0" anchor="b" anchorCtr="0">
            <a:noAutofit/>
          </a:bodyPr>
          <a:lstStyle>
            <a:lvl1pPr>
              <a:defRPr>
                <a:solidFill>
                  <a:srgbClr val="00232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60F8408C-5963-4777-A628-E16B1D12EB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1488" y="1153003"/>
            <a:ext cx="11249025" cy="3984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rgbClr val="6ECDB4"/>
                </a:solidFill>
              </a:defRPr>
            </a:lvl1pPr>
          </a:lstStyle>
          <a:p>
            <a:pPr lvl="0"/>
            <a:r>
              <a:rPr lang="en-US"/>
              <a:t>Click to edit Master Subtitle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D9ECFBA-CEF6-49D8-8509-D9D705D56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1488" y="1825788"/>
            <a:ext cx="11249025" cy="4084638"/>
          </a:xfrm>
        </p:spPr>
        <p:txBody>
          <a:bodyPr/>
          <a:lstStyle>
            <a:lvl1pPr>
              <a:defRPr>
                <a:solidFill>
                  <a:srgbClr val="002324"/>
                </a:solidFill>
              </a:defRPr>
            </a:lvl1pPr>
            <a:lvl2pPr>
              <a:defRPr>
                <a:solidFill>
                  <a:srgbClr val="002324"/>
                </a:solidFill>
              </a:defRPr>
            </a:lvl2pPr>
            <a:lvl3pPr>
              <a:defRPr>
                <a:solidFill>
                  <a:srgbClr val="002324"/>
                </a:solidFill>
              </a:defRPr>
            </a:lvl3pPr>
            <a:lvl4pPr>
              <a:defRPr>
                <a:solidFill>
                  <a:srgbClr val="002324"/>
                </a:solidFill>
              </a:defRPr>
            </a:lvl4pPr>
            <a:lvl5pPr>
              <a:defRPr>
                <a:solidFill>
                  <a:srgbClr val="002324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F91909AB-A441-E5AF-AF72-4710F7F010F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1558" y="6279616"/>
            <a:ext cx="9391894" cy="44608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50000"/>
              </a:lnSpc>
              <a:buNone/>
              <a:defRPr sz="1000">
                <a:solidFill>
                  <a:srgbClr val="1C646D"/>
                </a:solidFill>
              </a:defRPr>
            </a:lvl1pPr>
          </a:lstStyle>
          <a:p>
            <a:pPr lvl="0"/>
            <a:r>
              <a:rPr lang="en-US"/>
              <a:t>Note:</a:t>
            </a:r>
          </a:p>
          <a:p>
            <a:pPr lvl="0"/>
            <a:r>
              <a:rPr lang="en-US"/>
              <a:t>Source:</a:t>
            </a:r>
          </a:p>
        </p:txBody>
      </p:sp>
    </p:spTree>
    <p:extLst>
      <p:ext uri="{BB962C8B-B14F-4D97-AF65-F5344CB8AC3E}">
        <p14:creationId xmlns:p14="http://schemas.microsoft.com/office/powerpoint/2010/main" val="15474721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ags" Target="../tags/tag2.xml"/><Relationship Id="rId47" Type="http://schemas.openxmlformats.org/officeDocument/2006/relationships/image" Target="../media/image1.emf"/><Relationship Id="rId50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ags" Target="../tags/tag3.xml"/><Relationship Id="rId48" Type="http://schemas.openxmlformats.org/officeDocument/2006/relationships/image" Target="../media/image2.emf"/><Relationship Id="rId8" Type="http://schemas.openxmlformats.org/officeDocument/2006/relationships/slideLayout" Target="../slideLayouts/slideLayout8.xml"/><Relationship Id="rId51" Type="http://schemas.openxmlformats.org/officeDocument/2006/relationships/oleObject" Target="../embeddings/oleObject2.bin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oleObject" Target="../embeddings/oleObject1.bin"/><Relationship Id="rId20" Type="http://schemas.openxmlformats.org/officeDocument/2006/relationships/slideLayout" Target="../slideLayouts/slideLayout20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1F94C2FD-35B5-4790-8FED-9FEB9292DD57}"/>
              </a:ext>
            </a:extLst>
          </p:cNvPr>
          <p:cNvGraphicFramePr>
            <a:graphicFrameLocks noChangeAspect="1"/>
          </p:cNvGraphicFramePr>
          <p:nvPr>
            <p:custDataLst>
              <p:tags r:id="rId42"/>
            </p:custDataLst>
            <p:extLst>
              <p:ext uri="{D42A27DB-BD31-4B8C-83A1-F6EECF244321}">
                <p14:modId xmlns:p14="http://schemas.microsoft.com/office/powerpoint/2010/main" val="167243865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6" imgW="415" imgH="416" progId="TCLayout.ActiveDocument.1">
                  <p:embed/>
                </p:oleObj>
              </mc:Choice>
              <mc:Fallback>
                <p:oleObj name="think-cell Slide" r:id="rId46" imgW="415" imgH="41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1F94C2FD-35B5-4790-8FED-9FEB9292DD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1A8B0406-1E5C-43A6-B60B-69BEE1E65B78}"/>
              </a:ext>
            </a:extLst>
          </p:cNvPr>
          <p:cNvSpPr/>
          <p:nvPr>
            <p:custDataLst>
              <p:tags r:id="rId4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2800" b="0" i="0" baseline="0">
              <a:latin typeface="Segoe UI Semibold" panose="020B0702040204020203" pitchFamily="34" charset="0"/>
              <a:ea typeface="+mj-ea"/>
              <a:cs typeface="Segoe UI Semibold" panose="020B0702040204020203" pitchFamily="34" charset="0"/>
              <a:sym typeface="Segoe UI Semibold" panose="020B0702040204020203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557" y="412751"/>
            <a:ext cx="11248886" cy="730250"/>
          </a:xfrm>
          <a:prstGeom prst="rect">
            <a:avLst/>
          </a:prstGeom>
        </p:spPr>
        <p:txBody>
          <a:bodyPr vert="horz" lIns="90000" tIns="46800" rIns="90000" bIns="4680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8CD4A11-CBC6-4C14-A8D6-40D813F7F1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1988" y="6433602"/>
            <a:ext cx="608455" cy="292101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900" b="1">
                <a:solidFill>
                  <a:srgbClr val="00234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6816AAF-1513-44E8-AF59-0003DF94BF0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418BC3B-3457-4158-8F07-0546A6AEF684}"/>
              </a:ext>
            </a:extLst>
          </p:cNvPr>
          <p:cNvSpPr txBox="1">
            <a:spLocks/>
          </p:cNvSpPr>
          <p:nvPr/>
        </p:nvSpPr>
        <p:spPr>
          <a:xfrm rot="5400000">
            <a:off x="9929996" y="3719894"/>
            <a:ext cx="4066032" cy="277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-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00" b="1">
                <a:solidFill>
                  <a:srgbClr val="6ECDB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</a:t>
            </a:r>
            <a:r>
              <a:rPr lang="en-US" sz="800">
                <a:solidFill>
                  <a:srgbClr val="6ECDB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© BrightWolves – empowered by Quanteus Group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222E60-3BC2-4C4D-A317-59A1E4A88F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90095" y="6433602"/>
            <a:ext cx="707826" cy="292101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900" b="1">
                <a:solidFill>
                  <a:srgbClr val="00234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2C46E52-ECF5-4FE9-8B3A-BA611BDA7EB1}" type="datetime1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81965D-178A-4135-BB85-1DE39D1EFC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1557" y="105031"/>
            <a:ext cx="3638550" cy="2921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>
              <a:defRPr sz="1000">
                <a:solidFill>
                  <a:srgbClr val="1C64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54A7972-BD81-4B1D-B26C-0EBEF59096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557" y="1825200"/>
            <a:ext cx="1124888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F66CE3B2-CFE9-CE03-4AD5-F4E6A229ADF8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9784696" y="138789"/>
            <a:ext cx="1935747" cy="13598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CBEC149-E32D-5D8F-DBEE-B153BA1A869E}"/>
              </a:ext>
            </a:extLst>
          </p:cNvPr>
          <p:cNvSpPr>
            <a:spLocks/>
          </p:cNvSpPr>
          <p:nvPr/>
        </p:nvSpPr>
        <p:spPr>
          <a:xfrm>
            <a:off x="-656681" y="-1729"/>
            <a:ext cx="360000" cy="360000"/>
          </a:xfrm>
          <a:prstGeom prst="rect">
            <a:avLst/>
          </a:prstGeom>
          <a:solidFill>
            <a:srgbClr val="6E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F2FFA5-D29B-5F9B-6866-4F05DCCD9F7D}"/>
              </a:ext>
            </a:extLst>
          </p:cNvPr>
          <p:cNvSpPr>
            <a:spLocks/>
          </p:cNvSpPr>
          <p:nvPr/>
        </p:nvSpPr>
        <p:spPr>
          <a:xfrm>
            <a:off x="-656681" y="389560"/>
            <a:ext cx="360000" cy="360000"/>
          </a:xfrm>
          <a:prstGeom prst="rect">
            <a:avLst/>
          </a:prstGeom>
          <a:solidFill>
            <a:srgbClr val="0023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90ACBA9-B3BC-83A0-4BE8-ACF0BCF7CF8E}"/>
              </a:ext>
            </a:extLst>
          </p:cNvPr>
          <p:cNvSpPr>
            <a:spLocks/>
          </p:cNvSpPr>
          <p:nvPr/>
        </p:nvSpPr>
        <p:spPr>
          <a:xfrm>
            <a:off x="-656681" y="780849"/>
            <a:ext cx="360000" cy="360000"/>
          </a:xfrm>
          <a:prstGeom prst="rect">
            <a:avLst/>
          </a:prstGeom>
          <a:solidFill>
            <a:srgbClr val="1C64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BCCDC3F-99BA-1055-A665-1B15BE086FD4}"/>
              </a:ext>
            </a:extLst>
          </p:cNvPr>
          <p:cNvSpPr>
            <a:spLocks/>
          </p:cNvSpPr>
          <p:nvPr/>
        </p:nvSpPr>
        <p:spPr>
          <a:xfrm>
            <a:off x="-656681" y="1172138"/>
            <a:ext cx="360000" cy="3600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C48521-A8C1-EFF5-A2CF-78D0599DCF30}"/>
              </a:ext>
            </a:extLst>
          </p:cNvPr>
          <p:cNvSpPr>
            <a:spLocks/>
          </p:cNvSpPr>
          <p:nvPr/>
        </p:nvSpPr>
        <p:spPr>
          <a:xfrm>
            <a:off x="-656681" y="1805818"/>
            <a:ext cx="360000" cy="360000"/>
          </a:xfrm>
          <a:prstGeom prst="rect">
            <a:avLst/>
          </a:prstGeom>
          <a:solidFill>
            <a:srgbClr val="003B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4B28E31-05D8-FC03-E12F-B45750A66828}"/>
              </a:ext>
            </a:extLst>
          </p:cNvPr>
          <p:cNvSpPr>
            <a:spLocks/>
          </p:cNvSpPr>
          <p:nvPr/>
        </p:nvSpPr>
        <p:spPr>
          <a:xfrm>
            <a:off x="-656681" y="2218542"/>
            <a:ext cx="360000" cy="360000"/>
          </a:xfrm>
          <a:prstGeom prst="rect">
            <a:avLst/>
          </a:prstGeom>
          <a:solidFill>
            <a:srgbClr val="FFAD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A29D3EA-CFE0-6216-383F-CD4E851D3C1A}"/>
              </a:ext>
            </a:extLst>
          </p:cNvPr>
          <p:cNvSpPr>
            <a:spLocks/>
          </p:cNvSpPr>
          <p:nvPr/>
        </p:nvSpPr>
        <p:spPr>
          <a:xfrm>
            <a:off x="-656681" y="2631266"/>
            <a:ext cx="360000" cy="360000"/>
          </a:xfrm>
          <a:prstGeom prst="rect">
            <a:avLst/>
          </a:prstGeom>
          <a:solidFill>
            <a:srgbClr val="9A3D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04A777-478D-8F35-9458-C974D6D4D769}"/>
              </a:ext>
            </a:extLst>
          </p:cNvPr>
          <p:cNvPicPr>
            <a:picLocks/>
          </p:cNvPicPr>
          <p:nvPr/>
        </p:nvPicPr>
        <p:blipFill>
          <a:blip r:embed="rId49"/>
          <a:stretch>
            <a:fillRect/>
          </a:stretch>
        </p:blipFill>
        <p:spPr>
          <a:xfrm>
            <a:off x="-656681" y="3249000"/>
            <a:ext cx="360000" cy="36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571AB5-D616-1AB5-CF6C-31911F116D3D}"/>
              </a:ext>
            </a:extLst>
          </p:cNvPr>
          <p:cNvPicPr>
            <a:picLocks/>
          </p:cNvPicPr>
          <p:nvPr/>
        </p:nvPicPr>
        <p:blipFill>
          <a:blip r:embed="rId50"/>
          <a:stretch>
            <a:fillRect/>
          </a:stretch>
        </p:blipFill>
        <p:spPr>
          <a:xfrm>
            <a:off x="-656681" y="3661724"/>
            <a:ext cx="360000" cy="360000"/>
          </a:xfrm>
          <a:prstGeom prst="rect">
            <a:avLst/>
          </a:prstGeom>
        </p:spPr>
      </p:pic>
      <p:graphicFrame>
        <p:nvGraphicFramePr>
          <p:cNvPr id="12" name="Object 11" hidden="1">
            <a:extLst>
              <a:ext uri="{FF2B5EF4-FFF2-40B4-BE49-F238E27FC236}">
                <a16:creationId xmlns:a16="http://schemas.microsoft.com/office/drawing/2014/main" id="{93BBE29E-4654-8A34-1667-286916BB55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4"/>
            </p:custDataLst>
            <p:extLst>
              <p:ext uri="{D42A27DB-BD31-4B8C-83A1-F6EECF244321}">
                <p14:modId xmlns:p14="http://schemas.microsoft.com/office/powerpoint/2010/main" val="298880234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1" imgW="415" imgH="416" progId="TCLayout.ActiveDocument.1">
                  <p:embed/>
                </p:oleObj>
              </mc:Choice>
              <mc:Fallback>
                <p:oleObj name="think-cell Slide" r:id="rId51" imgW="415" imgH="416" progId="TCLayout.ActiveDocument.1">
                  <p:embed/>
                  <p:pic>
                    <p:nvPicPr>
                      <p:cNvPr id="12" name="Object 11" hidden="1">
                        <a:extLst>
                          <a:ext uri="{FF2B5EF4-FFF2-40B4-BE49-F238E27FC236}">
                            <a16:creationId xmlns:a16="http://schemas.microsoft.com/office/drawing/2014/main" id="{93BBE29E-4654-8A34-1667-286916BB55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5" hidden="1">
            <a:extLst>
              <a:ext uri="{FF2B5EF4-FFF2-40B4-BE49-F238E27FC236}">
                <a16:creationId xmlns:a16="http://schemas.microsoft.com/office/drawing/2014/main" id="{3432A29D-2891-5E37-9C08-BEAF607A850E}"/>
              </a:ext>
            </a:extLst>
          </p:cNvPr>
          <p:cNvSpPr/>
          <p:nvPr userDrawn="1">
            <p:custDataLst>
              <p:tags r:id="rId4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2800" b="0" i="0" baseline="0">
              <a:latin typeface="Segoe UI Semibold" panose="020B0702040204020203" pitchFamily="34" charset="0"/>
              <a:ea typeface="+mj-ea"/>
              <a:cs typeface="Segoe UI Semibold" panose="020B0702040204020203" pitchFamily="34" charset="0"/>
              <a:sym typeface="Segoe UI Semibold" panose="020B0702040204020203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2348884-3B7F-3C7F-BCFC-8261FD9DF0AD}"/>
              </a:ext>
            </a:extLst>
          </p:cNvPr>
          <p:cNvSpPr>
            <a:spLocks/>
          </p:cNvSpPr>
          <p:nvPr userDrawn="1"/>
        </p:nvSpPr>
        <p:spPr>
          <a:xfrm>
            <a:off x="-656681" y="-1729"/>
            <a:ext cx="360000" cy="360000"/>
          </a:xfrm>
          <a:prstGeom prst="rect">
            <a:avLst/>
          </a:prstGeom>
          <a:solidFill>
            <a:srgbClr val="6E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F2F8909-E1A2-BAA6-FC66-6BADD8AFBACE}"/>
              </a:ext>
            </a:extLst>
          </p:cNvPr>
          <p:cNvSpPr>
            <a:spLocks/>
          </p:cNvSpPr>
          <p:nvPr userDrawn="1"/>
        </p:nvSpPr>
        <p:spPr>
          <a:xfrm>
            <a:off x="-656681" y="389560"/>
            <a:ext cx="360000" cy="360000"/>
          </a:xfrm>
          <a:prstGeom prst="rect">
            <a:avLst/>
          </a:prstGeom>
          <a:solidFill>
            <a:srgbClr val="0023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E7C83C3-04BC-5EBB-D96E-60195BBC06D2}"/>
              </a:ext>
            </a:extLst>
          </p:cNvPr>
          <p:cNvSpPr>
            <a:spLocks/>
          </p:cNvSpPr>
          <p:nvPr userDrawn="1"/>
        </p:nvSpPr>
        <p:spPr>
          <a:xfrm>
            <a:off x="-656681" y="780849"/>
            <a:ext cx="360000" cy="360000"/>
          </a:xfrm>
          <a:prstGeom prst="rect">
            <a:avLst/>
          </a:prstGeom>
          <a:solidFill>
            <a:srgbClr val="1C64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722EE8D-DA7C-8F29-605A-5C5293E66140}"/>
              </a:ext>
            </a:extLst>
          </p:cNvPr>
          <p:cNvSpPr>
            <a:spLocks/>
          </p:cNvSpPr>
          <p:nvPr userDrawn="1"/>
        </p:nvSpPr>
        <p:spPr>
          <a:xfrm>
            <a:off x="-656681" y="1172138"/>
            <a:ext cx="360000" cy="3600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8A2441-0FC1-3D81-2210-DA80103C733F}"/>
              </a:ext>
            </a:extLst>
          </p:cNvPr>
          <p:cNvSpPr>
            <a:spLocks/>
          </p:cNvSpPr>
          <p:nvPr userDrawn="1"/>
        </p:nvSpPr>
        <p:spPr>
          <a:xfrm>
            <a:off x="-656681" y="1805818"/>
            <a:ext cx="360000" cy="360000"/>
          </a:xfrm>
          <a:prstGeom prst="rect">
            <a:avLst/>
          </a:prstGeom>
          <a:solidFill>
            <a:srgbClr val="003B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F98F8DA-1DE5-730F-BC4E-92E68017180F}"/>
              </a:ext>
            </a:extLst>
          </p:cNvPr>
          <p:cNvSpPr>
            <a:spLocks/>
          </p:cNvSpPr>
          <p:nvPr userDrawn="1"/>
        </p:nvSpPr>
        <p:spPr>
          <a:xfrm>
            <a:off x="-656681" y="2218542"/>
            <a:ext cx="360000" cy="360000"/>
          </a:xfrm>
          <a:prstGeom prst="rect">
            <a:avLst/>
          </a:prstGeom>
          <a:solidFill>
            <a:srgbClr val="FFAD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2BCE338-896F-E9C1-BCA8-CD64E2BBB01F}"/>
              </a:ext>
            </a:extLst>
          </p:cNvPr>
          <p:cNvSpPr>
            <a:spLocks/>
          </p:cNvSpPr>
          <p:nvPr userDrawn="1"/>
        </p:nvSpPr>
        <p:spPr>
          <a:xfrm>
            <a:off x="-656681" y="2631266"/>
            <a:ext cx="360000" cy="360000"/>
          </a:xfrm>
          <a:prstGeom prst="rect">
            <a:avLst/>
          </a:prstGeom>
          <a:solidFill>
            <a:srgbClr val="9A3D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C1ED8C3-FD33-0244-3858-01B7CB031EB9}"/>
              </a:ext>
            </a:extLst>
          </p:cNvPr>
          <p:cNvPicPr>
            <a:picLocks/>
          </p:cNvPicPr>
          <p:nvPr userDrawn="1"/>
        </p:nvPicPr>
        <p:blipFill>
          <a:blip r:embed="rId49"/>
          <a:stretch>
            <a:fillRect/>
          </a:stretch>
        </p:blipFill>
        <p:spPr>
          <a:xfrm>
            <a:off x="-656681" y="3249000"/>
            <a:ext cx="360000" cy="3600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798BC854-AA48-AD0B-F06A-570A3DB1923B}"/>
              </a:ext>
            </a:extLst>
          </p:cNvPr>
          <p:cNvPicPr>
            <a:picLocks/>
          </p:cNvPicPr>
          <p:nvPr userDrawn="1"/>
        </p:nvPicPr>
        <p:blipFill>
          <a:blip r:embed="rId50"/>
          <a:stretch>
            <a:fillRect/>
          </a:stretch>
        </p:blipFill>
        <p:spPr>
          <a:xfrm>
            <a:off x="-656681" y="3661724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530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1" r:id="rId1"/>
    <p:sldLayoutId id="2147484072" r:id="rId2"/>
    <p:sldLayoutId id="2147484073" r:id="rId3"/>
    <p:sldLayoutId id="2147484074" r:id="rId4"/>
    <p:sldLayoutId id="2147484075" r:id="rId5"/>
    <p:sldLayoutId id="2147484076" r:id="rId6"/>
    <p:sldLayoutId id="2147484077" r:id="rId7"/>
    <p:sldLayoutId id="2147484078" r:id="rId8"/>
    <p:sldLayoutId id="2147484079" r:id="rId9"/>
    <p:sldLayoutId id="2147484080" r:id="rId10"/>
    <p:sldLayoutId id="2147484081" r:id="rId11"/>
    <p:sldLayoutId id="2147484082" r:id="rId12"/>
    <p:sldLayoutId id="2147484083" r:id="rId13"/>
    <p:sldLayoutId id="2147484084" r:id="rId14"/>
    <p:sldLayoutId id="2147484085" r:id="rId15"/>
    <p:sldLayoutId id="2147484086" r:id="rId16"/>
    <p:sldLayoutId id="2147484087" r:id="rId17"/>
    <p:sldLayoutId id="2147484088" r:id="rId18"/>
    <p:sldLayoutId id="2147484089" r:id="rId19"/>
    <p:sldLayoutId id="2147484090" r:id="rId20"/>
    <p:sldLayoutId id="2147484091" r:id="rId21"/>
    <p:sldLayoutId id="2147484092" r:id="rId22"/>
    <p:sldLayoutId id="2147484093" r:id="rId23"/>
    <p:sldLayoutId id="2147484094" r:id="rId24"/>
    <p:sldLayoutId id="2147484095" r:id="rId25"/>
    <p:sldLayoutId id="2147484096" r:id="rId26"/>
    <p:sldLayoutId id="2147484097" r:id="rId27"/>
    <p:sldLayoutId id="2147484098" r:id="rId28"/>
    <p:sldLayoutId id="2147484099" r:id="rId29"/>
    <p:sldLayoutId id="2147484100" r:id="rId30"/>
    <p:sldLayoutId id="2147484101" r:id="rId31"/>
    <p:sldLayoutId id="2147484102" r:id="rId32"/>
    <p:sldLayoutId id="2147484103" r:id="rId33"/>
    <p:sldLayoutId id="2147484104" r:id="rId34"/>
    <p:sldLayoutId id="2147484105" r:id="rId35"/>
    <p:sldLayoutId id="2147484106" r:id="rId36"/>
    <p:sldLayoutId id="2147484058" r:id="rId37"/>
    <p:sldLayoutId id="2147484059" r:id="rId38"/>
    <p:sldLayoutId id="2147484069" r:id="rId39"/>
    <p:sldLayoutId id="2147484060" r:id="rId4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>
          <a:solidFill>
            <a:srgbClr val="002341"/>
          </a:solidFill>
          <a:latin typeface="Work Sans" pitchFamily="2" charset="77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None/>
        <a:defRPr sz="1800" b="1" kern="1200">
          <a:solidFill>
            <a:srgbClr val="00234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rgbClr val="00234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Font typeface="Calibri" panose="020F0502020204030204" pitchFamily="34" charset="0"/>
        <a:buChar char="-"/>
        <a:defRPr sz="1800" kern="1200">
          <a:solidFill>
            <a:srgbClr val="00234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234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234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image" Target="../media/image20.emf"/><Relationship Id="rId5" Type="http://schemas.openxmlformats.org/officeDocument/2006/relationships/oleObject" Target="../embeddings/oleObject38.bin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image" Target="../media/image20.emf"/><Relationship Id="rId5" Type="http://schemas.openxmlformats.org/officeDocument/2006/relationships/oleObject" Target="../embeddings/oleObject39.bin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.xml"/><Relationship Id="rId4" Type="http://schemas.openxmlformats.org/officeDocument/2006/relationships/image" Target="../media/image2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Relationship Id="rId4" Type="http://schemas.openxmlformats.org/officeDocument/2006/relationships/image" Target="../media/image2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Relationship Id="rId4" Type="http://schemas.openxmlformats.org/officeDocument/2006/relationships/image" Target="../media/image2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.xml"/><Relationship Id="rId4" Type="http://schemas.openxmlformats.org/officeDocument/2006/relationships/image" Target="../media/image2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>
            <a:extLst>
              <a:ext uri="{FF2B5EF4-FFF2-40B4-BE49-F238E27FC236}">
                <a16:creationId xmlns:a16="http://schemas.microsoft.com/office/drawing/2014/main" id="{8076E839-878D-448C-822D-0E53793EF97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165924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25" imgH="424" progId="TCLayout.ActiveDocument.1">
                  <p:embed/>
                </p:oleObj>
              </mc:Choice>
              <mc:Fallback>
                <p:oleObj name="think-cell Slide" r:id="rId5" imgW="425" imgH="424" progId="TCLayout.ActiveDocument.1">
                  <p:embed/>
                  <p:pic>
                    <p:nvPicPr>
                      <p:cNvPr id="11" name="Object 10" hidden="1">
                        <a:extLst>
                          <a:ext uri="{FF2B5EF4-FFF2-40B4-BE49-F238E27FC236}">
                            <a16:creationId xmlns:a16="http://schemas.microsoft.com/office/drawing/2014/main" id="{8076E839-878D-448C-822D-0E53793EF9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26" hidden="1">
            <a:extLst>
              <a:ext uri="{FF2B5EF4-FFF2-40B4-BE49-F238E27FC236}">
                <a16:creationId xmlns:a16="http://schemas.microsoft.com/office/drawing/2014/main" id="{CBFB9551-3915-49CA-9D41-CCA9EE814A1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defRPr/>
            </a:pPr>
            <a:endParaRPr kumimoji="0" lang="en-GB" sz="2800" u="none" strike="noStrike" kern="1200" cap="none" spc="0" normalizeH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Semibold" panose="020B0702040204020203" pitchFamily="34" charset="0"/>
              <a:ea typeface="+mj-ea"/>
              <a:cs typeface="Segoe UI Semibold" panose="020B0702040204020203" pitchFamily="34" charset="0"/>
              <a:sym typeface="Segoe UI Semibold" panose="020B0702040204020203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57863F-BD44-4D2C-A2B8-93C9A0B0D4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816AAF-1513-44E8-AF59-0003DF94BF08}" type="slidenum">
              <a:rPr kumimoji="0" lang="en-GB" sz="1000" b="0" i="0" u="none" strike="noStrike" kern="1200" cap="none" spc="0" normalizeH="0" baseline="0" smtClean="0">
                <a:ln>
                  <a:noFill/>
                </a:ln>
                <a:solidFill>
                  <a:srgbClr val="2E3B42">
                    <a:tint val="75000"/>
                  </a:srgbClr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000" b="0" i="0" u="none" strike="noStrike" kern="1200" cap="none" spc="0" normalizeH="0" baseline="0">
              <a:ln>
                <a:noFill/>
              </a:ln>
              <a:solidFill>
                <a:srgbClr val="2E3B42">
                  <a:tint val="75000"/>
                </a:srgbClr>
              </a:solidFill>
              <a:effectLst/>
              <a:uLnTx/>
              <a:uFillTx/>
              <a:latin typeface="Cambria" panose="02040503050406030204" pitchFamily="18" charset="0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88A2588-7AF8-481D-B1AC-6298F0C6C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>
                <a:solidFill>
                  <a:schemeClr val="tx1"/>
                </a:solidFill>
              </a:rPr>
              <a:t>[TITLE]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C362153-1F40-4AA2-AC53-4B7FC59BEAA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4648" y="1943682"/>
            <a:ext cx="4789631" cy="3761315"/>
          </a:xfrm>
        </p:spPr>
        <p:txBody>
          <a:bodyPr wrap="square" lIns="0" tIns="144000" rIns="0" bIns="144000" anchor="t">
            <a:noAutofit/>
          </a:bodyPr>
          <a:lstStyle/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b="0" dirty="0">
                <a:solidFill>
                  <a:schemeClr val="tx1"/>
                </a:solidFill>
              </a:rPr>
              <a:t>[Text]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267CF0FC-F225-4B0A-862C-139438F724A9}"/>
              </a:ext>
            </a:extLst>
          </p:cNvPr>
          <p:cNvSpPr txBox="1">
            <a:spLocks/>
          </p:cNvSpPr>
          <p:nvPr/>
        </p:nvSpPr>
        <p:spPr>
          <a:xfrm>
            <a:off x="471416" y="5608612"/>
            <a:ext cx="11249025" cy="876684"/>
          </a:xfrm>
          <a:prstGeom prst="rect">
            <a:avLst/>
          </a:prstGeom>
          <a:solidFill>
            <a:schemeClr val="bg2"/>
          </a:solidFill>
        </p:spPr>
        <p:txBody>
          <a:bodyPr vert="horz" lIns="90000" tIns="46800" rIns="90000" bIns="46800" rtlCol="0" anchor="ctr">
            <a:noAutofit/>
          </a:bodyPr>
          <a:lstStyle>
            <a:lvl1pPr indent="0" algn="ctr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000" b="1">
                <a:solidFill>
                  <a:schemeClr val="bg1"/>
                </a:solidFill>
                <a:latin typeface="Cambria" panose="02040503050406030204" pitchFamily="18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-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[Text]:</a:t>
            </a:r>
          </a:p>
        </p:txBody>
      </p:sp>
      <p:graphicFrame>
        <p:nvGraphicFramePr>
          <p:cNvPr id="13" name="Table 14">
            <a:extLst>
              <a:ext uri="{FF2B5EF4-FFF2-40B4-BE49-F238E27FC236}">
                <a16:creationId xmlns:a16="http://schemas.microsoft.com/office/drawing/2014/main" id="{60CB68A9-1192-DD57-26E4-DCB8856A35DD}"/>
              </a:ext>
            </a:extLst>
          </p:cNvPr>
          <p:cNvGraphicFramePr>
            <a:graphicFrameLocks noGrp="1"/>
          </p:cNvGraphicFramePr>
          <p:nvPr/>
        </p:nvGraphicFramePr>
        <p:xfrm>
          <a:off x="471415" y="1605751"/>
          <a:ext cx="478963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9631">
                  <a:extLst>
                    <a:ext uri="{9D8B030D-6E8A-4147-A177-3AD203B41FA5}">
                      <a16:colId xmlns:a16="http://schemas.microsoft.com/office/drawing/2014/main" val="19846839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0"/>
                          <a:cs typeface="Segoe UI Semibold" panose="020B0702040204020203" pitchFamily="34" charset="0"/>
                        </a:rPr>
                        <a:t>CONTEXT &amp; APPROACH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186034"/>
                  </a:ext>
                </a:extLst>
              </a:tr>
            </a:tbl>
          </a:graphicData>
        </a:graphic>
      </p:graphicFrame>
      <p:graphicFrame>
        <p:nvGraphicFramePr>
          <p:cNvPr id="19" name="Table 14">
            <a:extLst>
              <a:ext uri="{FF2B5EF4-FFF2-40B4-BE49-F238E27FC236}">
                <a16:creationId xmlns:a16="http://schemas.microsoft.com/office/drawing/2014/main" id="{3B7A7CC1-21F8-6611-546F-6C5B487C09A9}"/>
              </a:ext>
            </a:extLst>
          </p:cNvPr>
          <p:cNvGraphicFramePr>
            <a:graphicFrameLocks noGrp="1"/>
          </p:cNvGraphicFramePr>
          <p:nvPr/>
        </p:nvGraphicFramePr>
        <p:xfrm>
          <a:off x="471414" y="5183487"/>
          <a:ext cx="1124888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48886">
                  <a:extLst>
                    <a:ext uri="{9D8B030D-6E8A-4147-A177-3AD203B41FA5}">
                      <a16:colId xmlns:a16="http://schemas.microsoft.com/office/drawing/2014/main" val="19846839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0"/>
                          <a:cs typeface="Segoe UI Semibold" panose="020B0702040204020203" pitchFamily="34" charset="0"/>
                        </a:rPr>
                        <a:t>RESULTS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2186034"/>
                  </a:ext>
                </a:extLst>
              </a:tr>
            </a:tbl>
          </a:graphicData>
        </a:graphic>
      </p:graphicFrame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1214B4D-9E65-6386-5EC0-20851D5B03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1488" y="1153003"/>
            <a:ext cx="11249025" cy="398463"/>
          </a:xfrm>
        </p:spPr>
        <p:txBody>
          <a:bodyPr/>
          <a:lstStyle/>
          <a:p>
            <a:endParaRPr lang="en-GB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5123208-EECF-F5F1-C90A-5F9F65C6DC5B}"/>
              </a:ext>
            </a:extLst>
          </p:cNvPr>
          <p:cNvCxnSpPr>
            <a:cxnSpLocks/>
          </p:cNvCxnSpPr>
          <p:nvPr/>
        </p:nvCxnSpPr>
        <p:spPr>
          <a:xfrm>
            <a:off x="484648" y="1976591"/>
            <a:ext cx="4789631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1D14EB8-D268-E377-429E-F734BE4BA56F}"/>
              </a:ext>
            </a:extLst>
          </p:cNvPr>
          <p:cNvCxnSpPr>
            <a:cxnSpLocks/>
          </p:cNvCxnSpPr>
          <p:nvPr/>
        </p:nvCxnSpPr>
        <p:spPr>
          <a:xfrm>
            <a:off x="6615" y="1976591"/>
            <a:ext cx="360369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E341D30-229B-A7CB-FB28-1DF2C59CBF16}"/>
              </a:ext>
            </a:extLst>
          </p:cNvPr>
          <p:cNvCxnSpPr>
            <a:cxnSpLocks/>
          </p:cNvCxnSpPr>
          <p:nvPr/>
        </p:nvCxnSpPr>
        <p:spPr>
          <a:xfrm>
            <a:off x="471416" y="5554327"/>
            <a:ext cx="11249025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5982248-9927-3534-17D8-8AC2B0978F11}"/>
              </a:ext>
            </a:extLst>
          </p:cNvPr>
          <p:cNvSpPr txBox="1"/>
          <p:nvPr/>
        </p:nvSpPr>
        <p:spPr>
          <a:xfrm rot="16200000">
            <a:off x="-529118" y="1137562"/>
            <a:ext cx="14241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/>
              <a:t>Capability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FEB37F-5B8A-2131-C741-9FEAAC08BDA3}"/>
              </a:ext>
            </a:extLst>
          </p:cNvPr>
          <p:cNvSpPr/>
          <p:nvPr/>
        </p:nvSpPr>
        <p:spPr>
          <a:xfrm>
            <a:off x="5818914" y="1976591"/>
            <a:ext cx="3403744" cy="190136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[LEAVE FREE FOR CONSULTANT TO COMPLETE]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47C214-D8EB-C749-DCF3-38CB4118A750}"/>
              </a:ext>
            </a:extLst>
          </p:cNvPr>
          <p:cNvSpPr/>
          <p:nvPr/>
        </p:nvSpPr>
        <p:spPr>
          <a:xfrm>
            <a:off x="8316769" y="3248380"/>
            <a:ext cx="3403744" cy="190136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[LEAVE FREE FOR CONSULTANT TO COMPLETE]</a:t>
            </a:r>
          </a:p>
        </p:txBody>
      </p:sp>
    </p:spTree>
    <p:extLst>
      <p:ext uri="{BB962C8B-B14F-4D97-AF65-F5344CB8AC3E}">
        <p14:creationId xmlns:p14="http://schemas.microsoft.com/office/powerpoint/2010/main" val="1243051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>
            <a:extLst>
              <a:ext uri="{FF2B5EF4-FFF2-40B4-BE49-F238E27FC236}">
                <a16:creationId xmlns:a16="http://schemas.microsoft.com/office/drawing/2014/main" id="{8076E839-878D-448C-822D-0E53793EF97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33984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25" imgH="424" progId="TCLayout.ActiveDocument.1">
                  <p:embed/>
                </p:oleObj>
              </mc:Choice>
              <mc:Fallback>
                <p:oleObj name="think-cell Slide" r:id="rId5" imgW="425" imgH="424" progId="TCLayout.ActiveDocument.1">
                  <p:embed/>
                  <p:pic>
                    <p:nvPicPr>
                      <p:cNvPr id="11" name="Object 10" hidden="1">
                        <a:extLst>
                          <a:ext uri="{FF2B5EF4-FFF2-40B4-BE49-F238E27FC236}">
                            <a16:creationId xmlns:a16="http://schemas.microsoft.com/office/drawing/2014/main" id="{8076E839-878D-448C-822D-0E53793EF9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26" hidden="1">
            <a:extLst>
              <a:ext uri="{FF2B5EF4-FFF2-40B4-BE49-F238E27FC236}">
                <a16:creationId xmlns:a16="http://schemas.microsoft.com/office/drawing/2014/main" id="{CBFB9551-3915-49CA-9D41-CCA9EE814A1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defRPr/>
            </a:pPr>
            <a:endParaRPr kumimoji="0" lang="en-GB" sz="2800" u="none" strike="noStrike" kern="1200" cap="none" spc="0" normalizeH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Semibold" panose="020B0702040204020203" pitchFamily="34" charset="0"/>
              <a:ea typeface="+mj-ea"/>
              <a:cs typeface="Segoe UI Semibold" panose="020B0702040204020203" pitchFamily="34" charset="0"/>
              <a:sym typeface="Segoe UI Semibold" panose="020B0702040204020203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57863F-BD44-4D2C-A2B8-93C9A0B0D4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816AAF-1513-44E8-AF59-0003DF94BF08}" type="slidenum">
              <a:rPr kumimoji="0" lang="en-GB" sz="1000" b="0" i="0" u="none" strike="noStrike" kern="1200" cap="none" spc="0" normalizeH="0" baseline="0" smtClean="0">
                <a:ln>
                  <a:noFill/>
                </a:ln>
                <a:solidFill>
                  <a:srgbClr val="2E3B42">
                    <a:tint val="75000"/>
                  </a:srgbClr>
                </a:solidFill>
                <a:effectLst/>
                <a:uLnTx/>
                <a:uFillTx/>
                <a:latin typeface="Cambria" panose="02040503050406030204" pitchFamily="18" charset="0"/>
                <a:ea typeface="+mn-ea"/>
                <a:cs typeface="+mn-cs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000" b="0" i="0" u="none" strike="noStrike" kern="1200" cap="none" spc="0" normalizeH="0" baseline="0">
              <a:ln>
                <a:noFill/>
              </a:ln>
              <a:solidFill>
                <a:srgbClr val="2E3B42">
                  <a:tint val="75000"/>
                </a:srgbClr>
              </a:solidFill>
              <a:effectLst/>
              <a:uLnTx/>
              <a:uFillTx/>
              <a:latin typeface="Cambria" panose="02040503050406030204" pitchFamily="18" charset="0"/>
              <a:ea typeface="+mn-ea"/>
              <a:cs typeface="+mn-cs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C362153-1F40-4AA2-AC53-4B7FC59BEAA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4648" y="1943682"/>
            <a:ext cx="5034605" cy="3761315"/>
          </a:xfrm>
        </p:spPr>
        <p:txBody>
          <a:bodyPr wrap="square" lIns="0" tIns="144000" rIns="0" bIns="144000" anchor="t">
            <a:noAutofit/>
          </a:bodyPr>
          <a:lstStyle/>
          <a:p>
            <a:pPr marR="0" lvl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GB" sz="1400" b="0" dirty="0">
                <a:solidFill>
                  <a:schemeClr val="tx1"/>
                </a:solidFill>
              </a:rPr>
              <a:t>[Text]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267CF0FC-F225-4B0A-862C-139438F724A9}"/>
              </a:ext>
            </a:extLst>
          </p:cNvPr>
          <p:cNvSpPr txBox="1">
            <a:spLocks/>
          </p:cNvSpPr>
          <p:nvPr/>
        </p:nvSpPr>
        <p:spPr>
          <a:xfrm>
            <a:off x="471416" y="5608612"/>
            <a:ext cx="11249025" cy="876684"/>
          </a:xfrm>
          <a:prstGeom prst="rect">
            <a:avLst/>
          </a:prstGeom>
          <a:solidFill>
            <a:schemeClr val="bg2"/>
          </a:solidFill>
        </p:spPr>
        <p:txBody>
          <a:bodyPr vert="horz" lIns="90000" tIns="46800" rIns="90000" bIns="46800" rtlCol="0" anchor="ctr">
            <a:noAutofit/>
          </a:bodyPr>
          <a:lstStyle>
            <a:lvl1pPr indent="0" algn="ctr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000" b="1">
                <a:solidFill>
                  <a:schemeClr val="bg1"/>
                </a:solidFill>
                <a:latin typeface="Cambria" panose="02040503050406030204" pitchFamily="18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</a:defRPr>
            </a:lvl2pPr>
            <a:lvl3pPr marL="1257300" indent="-342900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-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[Text]</a:t>
            </a:r>
          </a:p>
        </p:txBody>
      </p:sp>
      <p:graphicFrame>
        <p:nvGraphicFramePr>
          <p:cNvPr id="13" name="Table 14">
            <a:extLst>
              <a:ext uri="{FF2B5EF4-FFF2-40B4-BE49-F238E27FC236}">
                <a16:creationId xmlns:a16="http://schemas.microsoft.com/office/drawing/2014/main" id="{60CB68A9-1192-DD57-26E4-DCB8856A35DD}"/>
              </a:ext>
            </a:extLst>
          </p:cNvPr>
          <p:cNvGraphicFramePr>
            <a:graphicFrameLocks noGrp="1"/>
          </p:cNvGraphicFramePr>
          <p:nvPr/>
        </p:nvGraphicFramePr>
        <p:xfrm>
          <a:off x="471415" y="1605751"/>
          <a:ext cx="503460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34605">
                  <a:extLst>
                    <a:ext uri="{9D8B030D-6E8A-4147-A177-3AD203B41FA5}">
                      <a16:colId xmlns:a16="http://schemas.microsoft.com/office/drawing/2014/main" val="19846839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0"/>
                          <a:cs typeface="Segoe UI Semibold" panose="020B0702040204020203" pitchFamily="34" charset="0"/>
                        </a:rPr>
                        <a:t>CONTEXT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186034"/>
                  </a:ext>
                </a:extLst>
              </a:tr>
            </a:tbl>
          </a:graphicData>
        </a:graphic>
      </p:graphicFrame>
      <p:graphicFrame>
        <p:nvGraphicFramePr>
          <p:cNvPr id="19" name="Table 14">
            <a:extLst>
              <a:ext uri="{FF2B5EF4-FFF2-40B4-BE49-F238E27FC236}">
                <a16:creationId xmlns:a16="http://schemas.microsoft.com/office/drawing/2014/main" id="{3B7A7CC1-21F8-6611-546F-6C5B487C09A9}"/>
              </a:ext>
            </a:extLst>
          </p:cNvPr>
          <p:cNvGraphicFramePr>
            <a:graphicFrameLocks noGrp="1"/>
          </p:cNvGraphicFramePr>
          <p:nvPr/>
        </p:nvGraphicFramePr>
        <p:xfrm>
          <a:off x="471414" y="5183487"/>
          <a:ext cx="1124888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48886">
                  <a:extLst>
                    <a:ext uri="{9D8B030D-6E8A-4147-A177-3AD203B41FA5}">
                      <a16:colId xmlns:a16="http://schemas.microsoft.com/office/drawing/2014/main" val="19846839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0"/>
                          <a:cs typeface="Segoe UI Semibold" panose="020B0702040204020203" pitchFamily="34" charset="0"/>
                        </a:rPr>
                        <a:t>RESULTS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2186034"/>
                  </a:ext>
                </a:extLst>
              </a:tr>
            </a:tbl>
          </a:graphicData>
        </a:graphic>
      </p:graphicFrame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1214B4D-9E65-6386-5EC0-20851D5B03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1488" y="1153003"/>
            <a:ext cx="11249025" cy="398463"/>
          </a:xfrm>
        </p:spPr>
        <p:txBody>
          <a:bodyPr/>
          <a:lstStyle/>
          <a:p>
            <a:endParaRPr lang="en-GB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5123208-EECF-F5F1-C90A-5F9F65C6DC5B}"/>
              </a:ext>
            </a:extLst>
          </p:cNvPr>
          <p:cNvCxnSpPr>
            <a:cxnSpLocks/>
          </p:cNvCxnSpPr>
          <p:nvPr/>
        </p:nvCxnSpPr>
        <p:spPr>
          <a:xfrm>
            <a:off x="484648" y="1976591"/>
            <a:ext cx="5034605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B5AD3A71-DF2B-A39E-8084-A61F8C6C2BDB}"/>
              </a:ext>
            </a:extLst>
          </p:cNvPr>
          <p:cNvSpPr txBox="1">
            <a:spLocks/>
          </p:cNvSpPr>
          <p:nvPr/>
        </p:nvSpPr>
        <p:spPr>
          <a:xfrm>
            <a:off x="6699141" y="1943682"/>
            <a:ext cx="5021372" cy="3761315"/>
          </a:xfrm>
          <a:prstGeom prst="rect">
            <a:avLst/>
          </a:prstGeom>
        </p:spPr>
        <p:txBody>
          <a:bodyPr vert="horz" wrap="square" lIns="0" tIns="144000" rIns="0" bIns="144000" rtlCol="0" anchor="t">
            <a:noAutofit/>
          </a:bodyPr>
          <a:lstStyle>
            <a:lvl1pPr marL="0" indent="0" algn="l" defTabSz="914400" rtl="0" eaLnBrk="1" latinLnBrk="0" hangingPunct="1">
              <a:lnSpc>
                <a:spcPct val="5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1000" b="1" kern="1200">
                <a:solidFill>
                  <a:srgbClr val="1C646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rgbClr val="00234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-"/>
              <a:defRPr sz="1800" kern="1200">
                <a:solidFill>
                  <a:srgbClr val="00234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234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234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GB" sz="1400" b="0" dirty="0">
                <a:solidFill>
                  <a:schemeClr val="tx1"/>
                </a:solidFill>
              </a:rPr>
              <a:t>[Text]</a:t>
            </a:r>
          </a:p>
        </p:txBody>
      </p:sp>
      <p:graphicFrame>
        <p:nvGraphicFramePr>
          <p:cNvPr id="9" name="Table 14">
            <a:extLst>
              <a:ext uri="{FF2B5EF4-FFF2-40B4-BE49-F238E27FC236}">
                <a16:creationId xmlns:a16="http://schemas.microsoft.com/office/drawing/2014/main" id="{DDB19EBF-D263-28CD-EB1C-BD07DB746ED8}"/>
              </a:ext>
            </a:extLst>
          </p:cNvPr>
          <p:cNvGraphicFramePr>
            <a:graphicFrameLocks noGrp="1"/>
          </p:cNvGraphicFramePr>
          <p:nvPr/>
        </p:nvGraphicFramePr>
        <p:xfrm>
          <a:off x="6685908" y="1605751"/>
          <a:ext cx="503460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34605">
                  <a:extLst>
                    <a:ext uri="{9D8B030D-6E8A-4147-A177-3AD203B41FA5}">
                      <a16:colId xmlns:a16="http://schemas.microsoft.com/office/drawing/2014/main" val="19846839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Work Sans" pitchFamily="2" charset="0"/>
                          <a:cs typeface="Segoe UI Semibold" panose="020B0702040204020203" pitchFamily="34" charset="0"/>
                        </a:rPr>
                        <a:t>APPROACH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186034"/>
                  </a:ext>
                </a:extLst>
              </a:tr>
            </a:tbl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91ED752-57DB-9791-4D59-BFC6E7F3DD11}"/>
              </a:ext>
            </a:extLst>
          </p:cNvPr>
          <p:cNvCxnSpPr>
            <a:cxnSpLocks/>
          </p:cNvCxnSpPr>
          <p:nvPr/>
        </p:nvCxnSpPr>
        <p:spPr>
          <a:xfrm>
            <a:off x="6685908" y="1976591"/>
            <a:ext cx="5034605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A84CFA6-C552-9CDB-B32A-7DF37E8C1E60}"/>
              </a:ext>
            </a:extLst>
          </p:cNvPr>
          <p:cNvCxnSpPr>
            <a:cxnSpLocks/>
          </p:cNvCxnSpPr>
          <p:nvPr/>
        </p:nvCxnSpPr>
        <p:spPr>
          <a:xfrm>
            <a:off x="471416" y="5554327"/>
            <a:ext cx="11249025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2E41CE1-4AC5-081A-2399-4052F6A06E7E}"/>
              </a:ext>
            </a:extLst>
          </p:cNvPr>
          <p:cNvCxnSpPr>
            <a:cxnSpLocks/>
          </p:cNvCxnSpPr>
          <p:nvPr/>
        </p:nvCxnSpPr>
        <p:spPr>
          <a:xfrm>
            <a:off x="6615" y="1976591"/>
            <a:ext cx="360369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79D5776-3101-63DF-947B-0954FF696073}"/>
              </a:ext>
            </a:extLst>
          </p:cNvPr>
          <p:cNvSpPr txBox="1"/>
          <p:nvPr/>
        </p:nvSpPr>
        <p:spPr>
          <a:xfrm rot="16200000">
            <a:off x="-529118" y="1137562"/>
            <a:ext cx="142414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/>
              <a:t>Capability</a:t>
            </a:r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27771E5C-DA71-98C4-77FE-600C23C1590A}"/>
              </a:ext>
            </a:extLst>
          </p:cNvPr>
          <p:cNvSpPr txBox="1">
            <a:spLocks/>
          </p:cNvSpPr>
          <p:nvPr/>
        </p:nvSpPr>
        <p:spPr>
          <a:xfrm>
            <a:off x="471557" y="412751"/>
            <a:ext cx="11248886" cy="730250"/>
          </a:xfrm>
          <a:prstGeom prst="rect">
            <a:avLst/>
          </a:prstGeom>
        </p:spPr>
        <p:txBody>
          <a:bodyPr vert="horz" lIns="90000" tIns="46800" rIns="90000" bIns="4680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chemeClr val="tx1"/>
                </a:solidFill>
                <a:latin typeface="Work Sans" pitchFamily="2" charset="77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[TITLE]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8775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B5A52AF3-9F89-1DCA-270B-76F397D52B2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458834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1" imgH="412" progId="TCLayout.ActiveDocument.1">
                  <p:embed/>
                </p:oleObj>
              </mc:Choice>
              <mc:Fallback>
                <p:oleObj name="think-cell Slide" r:id="rId3" imgW="411" imgH="412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5A52AF3-9F89-1DCA-270B-76F397D52B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DBFED3-F34A-E228-92B2-5C50C59009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816AAF-1513-44E8-AF59-0003DF94BF08}" type="slidenum">
              <a:rPr lang="en-US" smtClean="0"/>
              <a:t>3</a:t>
            </a:fld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685F6ED5-38D9-3DDE-38A9-109952E6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Project information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62505C-A6A1-C2C9-7781-66446D9B2E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168ADC-2D88-4343-84B3-4F77A82816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4D8AA8D1-7D9E-7130-B7A3-2AAD400B4B7E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330155910"/>
              </p:ext>
            </p:extLst>
          </p:nvPr>
        </p:nvGraphicFramePr>
        <p:xfrm>
          <a:off x="6756272" y="3956050"/>
          <a:ext cx="472122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0612">
                  <a:extLst>
                    <a:ext uri="{9D8B030D-6E8A-4147-A177-3AD203B41FA5}">
                      <a16:colId xmlns:a16="http://schemas.microsoft.com/office/drawing/2014/main" val="2341752457"/>
                    </a:ext>
                  </a:extLst>
                </a:gridCol>
                <a:gridCol w="2360612">
                  <a:extLst>
                    <a:ext uri="{9D8B030D-6E8A-4147-A177-3AD203B41FA5}">
                      <a16:colId xmlns:a16="http://schemas.microsoft.com/office/drawing/2014/main" val="34499396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Team Member</a:t>
                      </a:r>
                      <a:endParaRPr lang="en-BE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Member Level</a:t>
                      </a:r>
                      <a:endParaRPr lang="en-BE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2005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BE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8954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BE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2134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BE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301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BE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7481139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79416858-AC60-0726-50DB-A12C1AF8C9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2864421"/>
              </p:ext>
            </p:extLst>
          </p:nvPr>
        </p:nvGraphicFramePr>
        <p:xfrm>
          <a:off x="6756272" y="2003182"/>
          <a:ext cx="4721352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0676">
                  <a:extLst>
                    <a:ext uri="{9D8B030D-6E8A-4147-A177-3AD203B41FA5}">
                      <a16:colId xmlns:a16="http://schemas.microsoft.com/office/drawing/2014/main" val="3016088110"/>
                    </a:ext>
                  </a:extLst>
                </a:gridCol>
                <a:gridCol w="2360676">
                  <a:extLst>
                    <a:ext uri="{9D8B030D-6E8A-4147-A177-3AD203B41FA5}">
                      <a16:colId xmlns:a16="http://schemas.microsoft.com/office/drawing/2014/main" val="94639297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Project Info</a:t>
                      </a:r>
                      <a:endParaRPr lang="en-BE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B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3188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Client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[LEAVE FREE FOR CONSULTANT TO COMPLETE]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BE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2294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latin typeface="+mn-lt"/>
                        </a:rPr>
                        <a:t>[text]</a:t>
                      </a:r>
                      <a:endParaRPr lang="en-BE" sz="1400" b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981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Duration</a:t>
                      </a:r>
                      <a:endParaRPr lang="en-BE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latin typeface="+mn-lt"/>
                        </a:rPr>
                        <a:t>[text]</a:t>
                      </a:r>
                      <a:endParaRPr lang="en-BE" sz="1400" b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842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Odoo Code</a:t>
                      </a:r>
                      <a:endParaRPr lang="en-BE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>
                          <a:solidFill>
                            <a:schemeClr val="tx1"/>
                          </a:solidFill>
                        </a:rPr>
                        <a:t>[LEAVE FREE FOR CONSULTANT TO COMPLETE]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932391"/>
                  </a:ext>
                </a:extLst>
              </a:tr>
            </a:tbl>
          </a:graphicData>
        </a:graphic>
      </p:graphicFrame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AA6BA3C-DC11-1EBC-407C-9CB7ACB37D11}"/>
              </a:ext>
            </a:extLst>
          </p:cNvPr>
          <p:cNvCxnSpPr/>
          <p:nvPr/>
        </p:nvCxnSpPr>
        <p:spPr>
          <a:xfrm>
            <a:off x="6096000" y="1825625"/>
            <a:ext cx="0" cy="4356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F379F80B-3F3F-E129-DCC0-E166F3ADB2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205858"/>
              </p:ext>
            </p:extLst>
          </p:nvPr>
        </p:nvGraphicFramePr>
        <p:xfrm>
          <a:off x="714249" y="1959931"/>
          <a:ext cx="472135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0676">
                  <a:extLst>
                    <a:ext uri="{9D8B030D-6E8A-4147-A177-3AD203B41FA5}">
                      <a16:colId xmlns:a16="http://schemas.microsoft.com/office/drawing/2014/main" val="3016088110"/>
                    </a:ext>
                  </a:extLst>
                </a:gridCol>
                <a:gridCol w="2360676">
                  <a:extLst>
                    <a:ext uri="{9D8B030D-6E8A-4147-A177-3AD203B41FA5}">
                      <a16:colId xmlns:a16="http://schemas.microsoft.com/office/drawing/2014/main" val="94639297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+mn-lt"/>
                          <a:cs typeface="Arial" panose="020B0604020202020204" pitchFamily="34" charset="0"/>
                        </a:rPr>
                        <a:t>Company information</a:t>
                      </a:r>
                      <a:endParaRPr lang="en-BE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B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3188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  <a:cs typeface="Arial" panose="020B0604020202020204" pitchFamily="34" charset="0"/>
                        </a:rPr>
                        <a:t>Sector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latin typeface="+mn-lt"/>
                        </a:rPr>
                        <a:t>[text]</a:t>
                      </a:r>
                      <a:endParaRPr lang="en-BE" sz="1400" b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2294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+mn-lt"/>
                          <a:cs typeface="Arial" panose="020B0604020202020204" pitchFamily="34" charset="0"/>
                        </a:rPr>
                        <a:t>Industry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latin typeface="+mn-lt"/>
                        </a:rPr>
                        <a:t>[text]</a:t>
                      </a:r>
                      <a:endParaRPr lang="en-BE" sz="1400" b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81022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>
                          <a:latin typeface="+mn-lt"/>
                          <a:cs typeface="Arial" panose="020B0604020202020204" pitchFamily="34" charset="0"/>
                        </a:rPr>
                        <a:t>Location</a:t>
                      </a:r>
                      <a:endParaRPr lang="en-BE" sz="14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latin typeface="+mn-lt"/>
                        </a:rPr>
                        <a:t>[text]</a:t>
                      </a:r>
                      <a:endParaRPr lang="en-BE" sz="1400" b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842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>
                          <a:latin typeface="+mn-lt"/>
                          <a:cs typeface="Arial" panose="020B0604020202020204" pitchFamily="34" charset="0"/>
                        </a:rPr>
                        <a:t>Activity</a:t>
                      </a:r>
                      <a:endParaRPr lang="en-BE" sz="14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latin typeface="+mn-lt"/>
                        </a:rPr>
                        <a:t>[text]</a:t>
                      </a:r>
                      <a:endParaRPr lang="en-BE" sz="1400" b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4964536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405A3105-E637-665A-C58D-2AE5AE937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175823"/>
              </p:ext>
            </p:extLst>
          </p:nvPr>
        </p:nvGraphicFramePr>
        <p:xfrm>
          <a:off x="723774" y="3955979"/>
          <a:ext cx="472135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0676">
                  <a:extLst>
                    <a:ext uri="{9D8B030D-6E8A-4147-A177-3AD203B41FA5}">
                      <a16:colId xmlns:a16="http://schemas.microsoft.com/office/drawing/2014/main" val="3016088110"/>
                    </a:ext>
                  </a:extLst>
                </a:gridCol>
                <a:gridCol w="2360676">
                  <a:extLst>
                    <a:ext uri="{9D8B030D-6E8A-4147-A177-3AD203B41FA5}">
                      <a16:colId xmlns:a16="http://schemas.microsoft.com/office/drawing/2014/main" val="94639297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Project Classification</a:t>
                      </a:r>
                      <a:endParaRPr lang="en-BE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B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3188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latin typeface="+mn-lt"/>
                        </a:rPr>
                        <a:t>[text]</a:t>
                      </a:r>
                      <a:endParaRPr lang="en-BE" sz="1400" b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2294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latin typeface="+mn-lt"/>
                        </a:rPr>
                        <a:t>[text]</a:t>
                      </a:r>
                      <a:endParaRPr lang="en-BE" sz="1400" b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649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Subcapability</a:t>
                      </a:r>
                      <a:endParaRPr lang="en-BE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latin typeface="+mn-lt"/>
                        </a:rPr>
                        <a:t>[text]</a:t>
                      </a:r>
                      <a:endParaRPr lang="en-BE" sz="1400" b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842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Comment</a:t>
                      </a:r>
                      <a:endParaRPr lang="en-BE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latin typeface="+mn-lt"/>
                        </a:rPr>
                        <a:t>[text]</a:t>
                      </a:r>
                      <a:endParaRPr lang="en-BE" sz="1400" b="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495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5665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AB39FE19-737C-3B51-9A42-2C0CD303F0E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1" imgH="412" progId="TCLayout.ActiveDocument.1">
                  <p:embed/>
                </p:oleObj>
              </mc:Choice>
              <mc:Fallback>
                <p:oleObj name="think-cell Slide" r:id="rId3" imgW="411" imgH="412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B39FE19-737C-3B51-9A42-2C0CD303F0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292AED-B622-A57B-194A-17739ABF93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816AAF-1513-44E8-AF59-0003DF94BF08}" type="slidenum">
              <a:rPr lang="en-US" smtClean="0"/>
              <a:t>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42A25F2-B3EB-4B23-0805-1DACA756F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Comprehensive overview of capabilities and </a:t>
            </a:r>
            <a:r>
              <a:rPr lang="en-GB" err="1"/>
              <a:t>subcapabilities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5B70D2-C940-0286-B08A-F3D0F583E6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B97E990-BB3A-BEFF-D5D2-1D83A150C3D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6885E218-1B0C-41CE-35F0-998934DBBE90}"/>
              </a:ext>
            </a:extLst>
          </p:cNvPr>
          <p:cNvGraphicFramePr>
            <a:graphicFrameLocks noGrp="1"/>
          </p:cNvGraphicFramePr>
          <p:nvPr/>
        </p:nvGraphicFramePr>
        <p:xfrm>
          <a:off x="471488" y="1688124"/>
          <a:ext cx="5278915" cy="43846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859111590"/>
                    </a:ext>
                  </a:extLst>
                </a:gridCol>
                <a:gridCol w="1960684">
                  <a:extLst>
                    <a:ext uri="{9D8B030D-6E8A-4147-A177-3AD203B41FA5}">
                      <a16:colId xmlns:a16="http://schemas.microsoft.com/office/drawing/2014/main" val="1609212353"/>
                    </a:ext>
                  </a:extLst>
                </a:gridCol>
                <a:gridCol w="2022231">
                  <a:extLst>
                    <a:ext uri="{9D8B030D-6E8A-4147-A177-3AD203B41FA5}">
                      <a16:colId xmlns:a16="http://schemas.microsoft.com/office/drawing/2014/main" val="1413876429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Topic</a:t>
                      </a:r>
                      <a:endParaRPr lang="en-BE" sz="14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Capability</a:t>
                      </a:r>
                    </a:p>
                  </a:txBody>
                  <a:tcPr marL="43505" marR="4350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00" err="1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Subcapability</a:t>
                      </a:r>
                      <a:endParaRPr lang="en-BE" sz="14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075198"/>
                  </a:ext>
                </a:extLst>
              </a:tr>
              <a:tr h="228275">
                <a:tc rowSpan="6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Grow</a:t>
                      </a:r>
                      <a:endParaRPr lang="en-BE" sz="1100" kern="10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BE" sz="1100" b="1" kern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M&amp;A and Integration</a:t>
                      </a:r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Commercial Due Diligence</a:t>
                      </a:r>
                      <a:endParaRPr lang="en-BE" sz="11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358936"/>
                  </a:ext>
                </a:extLst>
              </a:tr>
              <a:tr h="228275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Portfolio Acceleration</a:t>
                      </a:r>
                      <a:endParaRPr lang="en-BE" sz="11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142031"/>
                  </a:ext>
                </a:extLst>
              </a:tr>
              <a:tr h="228275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Post-Merger Integration</a:t>
                      </a:r>
                      <a:endParaRPr lang="en-BE" sz="11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170520"/>
                  </a:ext>
                </a:extLst>
              </a:tr>
              <a:tr h="228275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BE" sz="1100" b="1" kern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Market &amp; Customer Insights</a:t>
                      </a:r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Market research</a:t>
                      </a:r>
                      <a:endParaRPr lang="en-BE" sz="11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328123"/>
                  </a:ext>
                </a:extLst>
              </a:tr>
              <a:tr h="228275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Voice of the customer</a:t>
                      </a:r>
                      <a:endParaRPr lang="en-BE" sz="11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5461781"/>
                  </a:ext>
                </a:extLst>
              </a:tr>
              <a:tr h="228275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Go-to-market strategy</a:t>
                      </a:r>
                      <a:endParaRPr lang="en-BE" sz="11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2203300"/>
                  </a:ext>
                </a:extLst>
              </a:tr>
              <a:tr h="228275">
                <a:tc rowSpan="10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Optimise</a:t>
                      </a:r>
                      <a:endParaRPr lang="en-BE" sz="1100" kern="10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BE" sz="1100" b="1" kern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Operational Excellence</a:t>
                      </a:r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E2E Process Excellence</a:t>
                      </a:r>
                      <a:endParaRPr lang="en-BE" sz="11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8091438"/>
                  </a:ext>
                </a:extLst>
              </a:tr>
              <a:tr h="228275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Lean Transformation</a:t>
                      </a:r>
                      <a:endParaRPr lang="en-BE" sz="11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5266406"/>
                  </a:ext>
                </a:extLst>
              </a:tr>
              <a:tr h="228275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Energy reduction</a:t>
                      </a:r>
                      <a:endParaRPr lang="en-BE" sz="11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105641"/>
                  </a:ext>
                </a:extLst>
              </a:tr>
              <a:tr h="228275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BE" sz="1100" b="1" kern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Financial Performance</a:t>
                      </a:r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Business Plan &amp; Budgeting</a:t>
                      </a:r>
                      <a:endParaRPr lang="en-BE" sz="11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805077"/>
                  </a:ext>
                </a:extLst>
              </a:tr>
              <a:tr h="228275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Cash Flow &amp; Working Capital</a:t>
                      </a:r>
                      <a:endParaRPr lang="en-BE" sz="11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122002"/>
                  </a:ext>
                </a:extLst>
              </a:tr>
              <a:tr h="228275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Cost Management</a:t>
                      </a:r>
                      <a:endParaRPr lang="en-BE" sz="11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132980"/>
                  </a:ext>
                </a:extLst>
              </a:tr>
              <a:tr h="468413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Financial Reporting &amp; Dashboarding</a:t>
                      </a:r>
                      <a:endParaRPr lang="en-BE" sz="11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961064"/>
                  </a:ext>
                </a:extLst>
              </a:tr>
              <a:tr h="228275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BE" sz="1100" b="1" kern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Transformation &amp; Turnaround</a:t>
                      </a:r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Performance Transformation</a:t>
                      </a:r>
                      <a:endParaRPr lang="en-BE" sz="11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8105026"/>
                  </a:ext>
                </a:extLst>
              </a:tr>
              <a:tr h="228275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Turnaround &amp; Restructuring</a:t>
                      </a:r>
                      <a:endParaRPr lang="en-BE" sz="11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347898"/>
                  </a:ext>
                </a:extLst>
              </a:tr>
              <a:tr h="468413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Project/ Program Management Office</a:t>
                      </a:r>
                      <a:endParaRPr lang="en-BE" sz="11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5460797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CBCC3D5F-5739-50B6-3562-6CB51E165C50}"/>
              </a:ext>
            </a:extLst>
          </p:cNvPr>
          <p:cNvGraphicFramePr>
            <a:graphicFrameLocks noGrp="1"/>
          </p:cNvGraphicFramePr>
          <p:nvPr/>
        </p:nvGraphicFramePr>
        <p:xfrm>
          <a:off x="6326932" y="1688124"/>
          <a:ext cx="5393511" cy="44155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96000">
                  <a:extLst>
                    <a:ext uri="{9D8B030D-6E8A-4147-A177-3AD203B41FA5}">
                      <a16:colId xmlns:a16="http://schemas.microsoft.com/office/drawing/2014/main" val="3014301264"/>
                    </a:ext>
                  </a:extLst>
                </a:gridCol>
                <a:gridCol w="2004646">
                  <a:extLst>
                    <a:ext uri="{9D8B030D-6E8A-4147-A177-3AD203B41FA5}">
                      <a16:colId xmlns:a16="http://schemas.microsoft.com/office/drawing/2014/main" val="3580805442"/>
                    </a:ext>
                  </a:extLst>
                </a:gridCol>
                <a:gridCol w="2092865">
                  <a:extLst>
                    <a:ext uri="{9D8B030D-6E8A-4147-A177-3AD203B41FA5}">
                      <a16:colId xmlns:a16="http://schemas.microsoft.com/office/drawing/2014/main" val="3187435518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Topic</a:t>
                      </a:r>
                      <a:endParaRPr lang="en-BE" sz="14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Capability</a:t>
                      </a:r>
                    </a:p>
                  </a:txBody>
                  <a:tcPr marL="43505" marR="4350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00" err="1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Subcapability</a:t>
                      </a:r>
                      <a:endParaRPr lang="en-BE" sz="14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510616"/>
                  </a:ext>
                </a:extLst>
              </a:tr>
              <a:tr h="202042">
                <a:tc rowSpan="9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3BF6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Digitalise</a:t>
                      </a:r>
                      <a:endParaRPr kumimoji="0" lang="en-GB" sz="1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3BF6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43505" marR="435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b="1" kern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Digital Transformation</a:t>
                      </a:r>
                    </a:p>
                  </a:txBody>
                  <a:tcPr marL="43505" marR="435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B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b="0" ker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Architecture &amp; Roadmap</a:t>
                      </a:r>
                    </a:p>
                  </a:txBody>
                  <a:tcPr marL="43505" marR="43505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D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5610359"/>
                  </a:ext>
                </a:extLst>
              </a:tr>
              <a:tr h="202042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b="0" ker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Solution Design</a:t>
                      </a:r>
                    </a:p>
                  </a:txBody>
                  <a:tcPr marL="43505" marR="43505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D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3713119"/>
                  </a:ext>
                </a:extLst>
              </a:tr>
              <a:tr h="202042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b="0" ker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IT Operations</a:t>
                      </a:r>
                    </a:p>
                  </a:txBody>
                  <a:tcPr marL="43505" marR="43505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D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263142"/>
                  </a:ext>
                </a:extLst>
              </a:tr>
              <a:tr h="314382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b="1" kern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Data Transformation</a:t>
                      </a:r>
                    </a:p>
                  </a:txBody>
                  <a:tcPr marL="43505" marR="435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B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b="0" ker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Data Diagnostic &amp; Roadmap</a:t>
                      </a:r>
                    </a:p>
                  </a:txBody>
                  <a:tcPr marL="43505" marR="43505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D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6111067"/>
                  </a:ext>
                </a:extLst>
              </a:tr>
              <a:tr h="202042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b="0" ker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Data Governance</a:t>
                      </a:r>
                    </a:p>
                  </a:txBody>
                  <a:tcPr marL="43505" marR="43505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D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011150"/>
                  </a:ext>
                </a:extLst>
              </a:tr>
              <a:tr h="314382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b="0" ker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Data Architecture &amp; Integration</a:t>
                      </a:r>
                    </a:p>
                  </a:txBody>
                  <a:tcPr marL="43505" marR="43505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D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5265152"/>
                  </a:ext>
                </a:extLst>
              </a:tr>
              <a:tr h="202042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b="1" kern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Advanced Analytics</a:t>
                      </a:r>
                    </a:p>
                  </a:txBody>
                  <a:tcPr marL="43505" marR="435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B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b="0" ker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Business Intelligence</a:t>
                      </a:r>
                    </a:p>
                  </a:txBody>
                  <a:tcPr marL="43505" marR="43505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D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9589630"/>
                  </a:ext>
                </a:extLst>
              </a:tr>
              <a:tr h="381306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b="0" ker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Energy &amp; Manufacturing Analytics</a:t>
                      </a:r>
                    </a:p>
                  </a:txBody>
                  <a:tcPr marL="43505" marR="43505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D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565435"/>
                  </a:ext>
                </a:extLst>
              </a:tr>
              <a:tr h="202042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b="1" kern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Artificial Intelligence</a:t>
                      </a:r>
                    </a:p>
                  </a:txBody>
                  <a:tcPr marL="43505" marR="435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B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b="0" ker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AI Journey</a:t>
                      </a:r>
                    </a:p>
                  </a:txBody>
                  <a:tcPr marL="43505" marR="43505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AD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525301"/>
                  </a:ext>
                </a:extLst>
              </a:tr>
              <a:tr h="414584">
                <a:tc rowSpan="8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b="1" kern="0">
                          <a:solidFill>
                            <a:srgbClr val="9A3D9A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Sustain</a:t>
                      </a:r>
                    </a:p>
                  </a:txBody>
                  <a:tcPr marL="43505" marR="435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b="1" kern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Sustainability Strategy &amp; Transformation</a:t>
                      </a:r>
                    </a:p>
                  </a:txBody>
                  <a:tcPr marL="43505" marR="435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3D9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b="0" ker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Strategy &amp; Positioning</a:t>
                      </a:r>
                    </a:p>
                  </a:txBody>
                  <a:tcPr marL="43505" marR="43505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D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1646382"/>
                  </a:ext>
                </a:extLst>
              </a:tr>
              <a:tr h="202042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b="1" kern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Impact Assessment &amp; Reporting</a:t>
                      </a:r>
                    </a:p>
                  </a:txBody>
                  <a:tcPr marL="43505" marR="435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3D9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b="0" ker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Sustainability Reporting</a:t>
                      </a:r>
                    </a:p>
                  </a:txBody>
                  <a:tcPr marL="43505" marR="43505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D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6318151"/>
                  </a:ext>
                </a:extLst>
              </a:tr>
              <a:tr h="314382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b="0" ker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Life Cycle Assessment services</a:t>
                      </a:r>
                    </a:p>
                  </a:txBody>
                  <a:tcPr marL="43505" marR="43505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D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004849"/>
                  </a:ext>
                </a:extLst>
              </a:tr>
              <a:tr h="202042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b="1" kern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Climate Change</a:t>
                      </a:r>
                    </a:p>
                  </a:txBody>
                  <a:tcPr marL="43505" marR="435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3D9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b="0" ker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Carbon </a:t>
                      </a:r>
                      <a:r>
                        <a:rPr lang="en-BE" sz="1100" b="0" kern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footprinting</a:t>
                      </a:r>
                      <a:endParaRPr lang="en-BE" sz="1100" b="0" kern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D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45660"/>
                  </a:ext>
                </a:extLst>
              </a:tr>
              <a:tr h="202042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b="0" ker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Decarbonization</a:t>
                      </a:r>
                    </a:p>
                  </a:txBody>
                  <a:tcPr marL="43505" marR="43505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D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492000"/>
                  </a:ext>
                </a:extLst>
              </a:tr>
              <a:tr h="202042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b="1" kern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Sustainable Operations</a:t>
                      </a:r>
                    </a:p>
                  </a:txBody>
                  <a:tcPr marL="43505" marR="435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3D9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b="0" ker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Supplier Engagement</a:t>
                      </a:r>
                    </a:p>
                  </a:txBody>
                  <a:tcPr marL="43505" marR="43505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D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199651"/>
                  </a:ext>
                </a:extLst>
              </a:tr>
              <a:tr h="202042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b="0" ker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Energy transition</a:t>
                      </a:r>
                    </a:p>
                  </a:txBody>
                  <a:tcPr marL="43505" marR="43505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D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561018"/>
                  </a:ext>
                </a:extLst>
              </a:tr>
              <a:tr h="202042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b="0" ker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Circular Business Model</a:t>
                      </a:r>
                    </a:p>
                  </a:txBody>
                  <a:tcPr marL="43505" marR="43505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D5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2939538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8A82ECB4-4AE2-EAE9-8364-1E06C6A053F0}"/>
              </a:ext>
            </a:extLst>
          </p:cNvPr>
          <p:cNvSpPr/>
          <p:nvPr/>
        </p:nvSpPr>
        <p:spPr>
          <a:xfrm>
            <a:off x="0" y="0"/>
            <a:ext cx="4152900" cy="4460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Delete this slide in your final credential</a:t>
            </a:r>
          </a:p>
        </p:txBody>
      </p:sp>
    </p:spTree>
    <p:extLst>
      <p:ext uri="{BB962C8B-B14F-4D97-AF65-F5344CB8AC3E}">
        <p14:creationId xmlns:p14="http://schemas.microsoft.com/office/powerpoint/2010/main" val="1574553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A8119-367D-8AF7-6F3B-819636856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CCFF880B-F79C-7BD9-F048-C434C48FBD3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1" imgH="412" progId="TCLayout.ActiveDocument.1">
                  <p:embed/>
                </p:oleObj>
              </mc:Choice>
              <mc:Fallback>
                <p:oleObj name="think-cell Slide" r:id="rId3" imgW="411" imgH="412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CFF880B-F79C-7BD9-F048-C434C48FBD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98FB46-DE93-4720-4FF9-7C46523805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816AAF-1513-44E8-AF59-0003DF94BF08}" type="slidenum">
              <a:rPr lang="en-US" smtClean="0"/>
              <a:t>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6F40B4-E822-28FE-058D-30B7C35A6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Comprehensive overview of sectors &amp; industries [1/2]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1877860-D503-F78C-F48C-2448E86228F2}"/>
              </a:ext>
            </a:extLst>
          </p:cNvPr>
          <p:cNvGraphicFramePr>
            <a:graphicFrameLocks noGrp="1"/>
          </p:cNvGraphicFramePr>
          <p:nvPr/>
        </p:nvGraphicFramePr>
        <p:xfrm>
          <a:off x="471557" y="1189785"/>
          <a:ext cx="3555320" cy="497367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28668">
                  <a:extLst>
                    <a:ext uri="{9D8B030D-6E8A-4147-A177-3AD203B41FA5}">
                      <a16:colId xmlns:a16="http://schemas.microsoft.com/office/drawing/2014/main" val="1609212353"/>
                    </a:ext>
                  </a:extLst>
                </a:gridCol>
                <a:gridCol w="2526652">
                  <a:extLst>
                    <a:ext uri="{9D8B030D-6E8A-4147-A177-3AD203B41FA5}">
                      <a16:colId xmlns:a16="http://schemas.microsoft.com/office/drawing/2014/main" val="1413876429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400">
                          <a:latin typeface="+mn-lt"/>
                          <a:cs typeface="Arial" panose="020B0604020202020204" pitchFamily="34" charset="0"/>
                        </a:rPr>
                        <a:t>Sector</a:t>
                      </a:r>
                    </a:p>
                  </a:txBody>
                  <a:tcPr marL="43505" marR="4350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+mn-lt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Industry</a:t>
                      </a:r>
                      <a:endParaRPr lang="en-BE" sz="1400" kern="100"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075198"/>
                  </a:ext>
                </a:extLst>
              </a:tr>
              <a:tr h="239677">
                <a:tc rowSpan="9">
                  <a:txBody>
                    <a:bodyPr/>
                    <a:lstStyle/>
                    <a:p>
                      <a:pPr algn="ctr"/>
                      <a:r>
                        <a:rPr lang="en-US" sz="1100" b="1" kern="0"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Energy &amp; Utilities</a:t>
                      </a:r>
                      <a:endParaRPr lang="en-GB" sz="1100" b="1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Oil &amp; Gas </a:t>
                      </a:r>
                      <a:endParaRPr lang="en-BE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358936"/>
                  </a:ext>
                </a:extLst>
              </a:tr>
              <a:tr h="239677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Renewables (solar/wind/..) </a:t>
                      </a:r>
                      <a:endParaRPr lang="en-BE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142031"/>
                  </a:ext>
                </a:extLst>
              </a:tr>
              <a:tr h="239677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Metals &amp; Mining</a:t>
                      </a:r>
                      <a:endParaRPr lang="en-BE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170520"/>
                  </a:ext>
                </a:extLst>
              </a:tr>
              <a:tr h="239677">
                <a:tc vMerge="1">
                  <a:txBody>
                    <a:bodyPr/>
                    <a:lstStyle/>
                    <a:p>
                      <a:pPr algn="ctr"/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Water </a:t>
                      </a:r>
                      <a:endParaRPr lang="en-BE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328123"/>
                  </a:ext>
                </a:extLst>
              </a:tr>
              <a:tr h="239677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Electricity </a:t>
                      </a:r>
                      <a:endParaRPr lang="en-BE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5461781"/>
                  </a:ext>
                </a:extLst>
              </a:tr>
              <a:tr h="239677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Energy Distribution  </a:t>
                      </a:r>
                      <a:endParaRPr lang="en-BE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2203300"/>
                  </a:ext>
                </a:extLst>
              </a:tr>
              <a:tr h="239677">
                <a:tc vMerge="1">
                  <a:txBody>
                    <a:bodyPr/>
                    <a:lstStyle/>
                    <a:p>
                      <a:pPr algn="ctr"/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Waste Management </a:t>
                      </a:r>
                      <a:endParaRPr lang="en-BE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8091438"/>
                  </a:ext>
                </a:extLst>
              </a:tr>
              <a:tr h="239677">
                <a:tc vMerge="1">
                  <a:txBody>
                    <a:bodyPr/>
                    <a:lstStyle/>
                    <a:p>
                      <a:pPr algn="ctr"/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Cleantech</a:t>
                      </a:r>
                      <a:endParaRPr lang="en-BE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5266406"/>
                  </a:ext>
                </a:extLst>
              </a:tr>
              <a:tr h="239677">
                <a:tc vMerge="1">
                  <a:txBody>
                    <a:bodyPr/>
                    <a:lstStyle/>
                    <a:p>
                      <a:pPr algn="ctr"/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Energy reduction</a:t>
                      </a:r>
                      <a:endParaRPr lang="en-BE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105641"/>
                  </a:ext>
                </a:extLst>
              </a:tr>
              <a:tr h="228275"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Construction &amp; Real Estate</a:t>
                      </a:r>
                    </a:p>
                  </a:txBody>
                  <a:tcPr marL="43505" marR="4350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Residential construction </a:t>
                      </a:r>
                      <a:endParaRPr lang="en-BE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519238"/>
                  </a:ext>
                </a:extLst>
              </a:tr>
              <a:tr h="228275">
                <a:tc vMerge="1">
                  <a:txBody>
                    <a:bodyPr/>
                    <a:lstStyle/>
                    <a:p>
                      <a:pPr algn="ctr"/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Shopping/hotels construction </a:t>
                      </a:r>
                      <a:endParaRPr lang="en-BE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15332"/>
                  </a:ext>
                </a:extLst>
              </a:tr>
              <a:tr h="228275">
                <a:tc vMerge="1">
                  <a:txBody>
                    <a:bodyPr/>
                    <a:lstStyle/>
                    <a:p>
                      <a:pPr algn="ctr"/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Roads &amp; Public infrastructure construction </a:t>
                      </a:r>
                      <a:endParaRPr lang="en-BE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080773"/>
                  </a:ext>
                </a:extLst>
              </a:tr>
              <a:tr h="228275">
                <a:tc vMerge="1">
                  <a:txBody>
                    <a:bodyPr/>
                    <a:lstStyle/>
                    <a:p>
                      <a:pPr algn="ctr"/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Immo</a:t>
                      </a: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  <a:endParaRPr lang="en-BE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167802"/>
                  </a:ext>
                </a:extLst>
              </a:tr>
              <a:tr h="228275">
                <a:tc vMerge="1">
                  <a:txBody>
                    <a:bodyPr/>
                    <a:lstStyle/>
                    <a:p>
                      <a:pPr algn="ctr"/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Property asset management </a:t>
                      </a:r>
                      <a:endParaRPr lang="en-BE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9865268"/>
                  </a:ext>
                </a:extLst>
              </a:tr>
              <a:tr h="228275"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Healthcare &amp; </a:t>
                      </a:r>
                      <a:r>
                        <a:rPr lang="en-GB" sz="1100" b="1" err="1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Pharmaceut-icals</a:t>
                      </a:r>
                      <a:endParaRPr lang="en-GB" sz="1100" b="1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+mn-lt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Healthcare providers (hospitals, …)</a:t>
                      </a:r>
                      <a:endParaRPr lang="en-BE" sz="1100" kern="100"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416801"/>
                  </a:ext>
                </a:extLst>
              </a:tr>
              <a:tr h="228275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00">
                          <a:effectLst/>
                          <a:latin typeface="+mn-lt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Pharmaceuticals</a:t>
                      </a:r>
                      <a:endParaRPr lang="en-BE" sz="1100" kern="100"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638400"/>
                  </a:ext>
                </a:extLst>
              </a:tr>
              <a:tr h="228275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00">
                          <a:effectLst/>
                          <a:latin typeface="+mn-lt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Medical Devices</a:t>
                      </a:r>
                      <a:endParaRPr lang="en-BE" sz="1100" kern="100"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36601"/>
                  </a:ext>
                </a:extLst>
              </a:tr>
              <a:tr h="228275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00">
                          <a:effectLst/>
                          <a:latin typeface="+mn-lt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OTC Consumables: Vitamins &amp; Supplements</a:t>
                      </a:r>
                      <a:endParaRPr lang="en-BE" sz="1100" kern="100"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953295"/>
                  </a:ext>
                </a:extLst>
              </a:tr>
              <a:tr h="228275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00">
                          <a:effectLst/>
                          <a:latin typeface="+mn-lt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Biotech</a:t>
                      </a:r>
                      <a:endParaRPr lang="en-BE" sz="1100" kern="100"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756457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ACD4C6E-5957-4D31-81E1-4E07E815C932}"/>
              </a:ext>
            </a:extLst>
          </p:cNvPr>
          <p:cNvGraphicFramePr>
            <a:graphicFrameLocks noGrp="1"/>
          </p:cNvGraphicFramePr>
          <p:nvPr/>
        </p:nvGraphicFramePr>
        <p:xfrm>
          <a:off x="4317660" y="1189785"/>
          <a:ext cx="2835615" cy="38471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73490">
                  <a:extLst>
                    <a:ext uri="{9D8B030D-6E8A-4147-A177-3AD203B41FA5}">
                      <a16:colId xmlns:a16="http://schemas.microsoft.com/office/drawing/2014/main" val="1609212353"/>
                    </a:ext>
                  </a:extLst>
                </a:gridCol>
                <a:gridCol w="1762125">
                  <a:extLst>
                    <a:ext uri="{9D8B030D-6E8A-4147-A177-3AD203B41FA5}">
                      <a16:colId xmlns:a16="http://schemas.microsoft.com/office/drawing/2014/main" val="1413876429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400">
                          <a:latin typeface="+mn-lt"/>
                          <a:cs typeface="Arial" panose="020B0604020202020204" pitchFamily="34" charset="0"/>
                        </a:rPr>
                        <a:t>Sector</a:t>
                      </a:r>
                    </a:p>
                  </a:txBody>
                  <a:tcPr marL="43505" marR="4350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+mn-lt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Industry</a:t>
                      </a:r>
                      <a:endParaRPr lang="en-BE" sz="1400" kern="100"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075198"/>
                  </a:ext>
                </a:extLst>
              </a:tr>
              <a:tr h="239677">
                <a:tc rowSpan="15">
                  <a:txBody>
                    <a:bodyPr/>
                    <a:lstStyle/>
                    <a:p>
                      <a:pPr algn="ctr"/>
                      <a:r>
                        <a:rPr lang="en-US" sz="1100" b="1" kern="0"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Manufacturing &amp; Production</a:t>
                      </a:r>
                      <a:endParaRPr lang="en-GB" sz="1100" b="1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Brewing &amp; Beverages</a:t>
                      </a:r>
                      <a:endParaRPr lang="en-BE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358936"/>
                  </a:ext>
                </a:extLst>
              </a:tr>
              <a:tr h="239677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Chemical</a:t>
                      </a:r>
                      <a:endParaRPr lang="en-BE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142031"/>
                  </a:ext>
                </a:extLst>
              </a:tr>
              <a:tr h="239677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Engineering </a:t>
                      </a:r>
                      <a:endParaRPr lang="en-BE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170520"/>
                  </a:ext>
                </a:extLst>
              </a:tr>
              <a:tr h="239677">
                <a:tc vMerge="1">
                  <a:txBody>
                    <a:bodyPr/>
                    <a:lstStyle/>
                    <a:p>
                      <a:pPr algn="ctr"/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Equipment </a:t>
                      </a:r>
                      <a:endParaRPr lang="en-BE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328123"/>
                  </a:ext>
                </a:extLst>
              </a:tr>
              <a:tr h="239677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Food &amp; Agriculture</a:t>
                      </a:r>
                      <a:endParaRPr lang="en-BE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5461781"/>
                  </a:ext>
                </a:extLst>
              </a:tr>
              <a:tr h="239677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Industrial components </a:t>
                      </a:r>
                      <a:endParaRPr lang="en-BE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2203300"/>
                  </a:ext>
                </a:extLst>
              </a:tr>
              <a:tr h="239677">
                <a:tc vMerge="1">
                  <a:txBody>
                    <a:bodyPr/>
                    <a:lstStyle/>
                    <a:p>
                      <a:pPr algn="ctr"/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Materials </a:t>
                      </a:r>
                      <a:endParaRPr lang="en-BE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8091438"/>
                  </a:ext>
                </a:extLst>
              </a:tr>
              <a:tr h="239677">
                <a:tc vMerge="1">
                  <a:txBody>
                    <a:bodyPr/>
                    <a:lstStyle/>
                    <a:p>
                      <a:pPr algn="ctr"/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Glass</a:t>
                      </a:r>
                      <a:endParaRPr lang="en-BE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5266406"/>
                  </a:ext>
                </a:extLst>
              </a:tr>
              <a:tr h="239677">
                <a:tc vMerge="1">
                  <a:txBody>
                    <a:bodyPr/>
                    <a:lstStyle/>
                    <a:p>
                      <a:pPr algn="ctr"/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Metals </a:t>
                      </a:r>
                      <a:endParaRPr lang="en-BE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105641"/>
                  </a:ext>
                </a:extLst>
              </a:tr>
              <a:tr h="239677">
                <a:tc vMerge="1">
                  <a:txBody>
                    <a:bodyPr/>
                    <a:lstStyle/>
                    <a:p>
                      <a:pPr algn="ctr"/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Packaging </a:t>
                      </a:r>
                      <a:endParaRPr lang="en-BE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00847"/>
                  </a:ext>
                </a:extLst>
              </a:tr>
              <a:tr h="239677">
                <a:tc vMerge="1">
                  <a:txBody>
                    <a:bodyPr/>
                    <a:lstStyle/>
                    <a:p>
                      <a:pPr algn="ctr"/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Wood</a:t>
                      </a:r>
                      <a:endParaRPr lang="en-BE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2391857"/>
                  </a:ext>
                </a:extLst>
              </a:tr>
              <a:tr h="239677">
                <a:tc vMerge="1">
                  <a:txBody>
                    <a:bodyPr/>
                    <a:lstStyle/>
                    <a:p>
                      <a:pPr algn="ctr"/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Paper </a:t>
                      </a:r>
                      <a:endParaRPr lang="en-BE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148640"/>
                  </a:ext>
                </a:extLst>
              </a:tr>
              <a:tr h="239677">
                <a:tc vMerge="1">
                  <a:txBody>
                    <a:bodyPr/>
                    <a:lstStyle/>
                    <a:p>
                      <a:pPr algn="ctr"/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Plastics </a:t>
                      </a:r>
                      <a:endParaRPr lang="en-BE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686056"/>
                  </a:ext>
                </a:extLst>
              </a:tr>
              <a:tr h="239677">
                <a:tc vMerge="1">
                  <a:txBody>
                    <a:bodyPr/>
                    <a:lstStyle/>
                    <a:p>
                      <a:pPr algn="ctr"/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Printing </a:t>
                      </a:r>
                      <a:endParaRPr lang="en-BE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85349"/>
                  </a:ext>
                </a:extLst>
              </a:tr>
              <a:tr h="239677">
                <a:tc vMerge="1">
                  <a:txBody>
                    <a:bodyPr/>
                    <a:lstStyle/>
                    <a:p>
                      <a:pPr algn="ctr"/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Textiles </a:t>
                      </a:r>
                      <a:endParaRPr lang="en-BE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153375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76D046F-54D0-BBA5-2B91-D274888605E3}"/>
              </a:ext>
            </a:extLst>
          </p:cNvPr>
          <p:cNvGraphicFramePr>
            <a:graphicFrameLocks noGrp="1"/>
          </p:cNvGraphicFramePr>
          <p:nvPr/>
        </p:nvGraphicFramePr>
        <p:xfrm>
          <a:off x="7629526" y="1189785"/>
          <a:ext cx="4090918" cy="48743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86666">
                  <a:extLst>
                    <a:ext uri="{9D8B030D-6E8A-4147-A177-3AD203B41FA5}">
                      <a16:colId xmlns:a16="http://schemas.microsoft.com/office/drawing/2014/main" val="2912146176"/>
                    </a:ext>
                  </a:extLst>
                </a:gridCol>
                <a:gridCol w="3204252">
                  <a:extLst>
                    <a:ext uri="{9D8B030D-6E8A-4147-A177-3AD203B41FA5}">
                      <a16:colId xmlns:a16="http://schemas.microsoft.com/office/drawing/2014/main" val="1293658934"/>
                    </a:ext>
                  </a:extLst>
                </a:gridCol>
              </a:tblGrid>
              <a:tr h="2282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400">
                          <a:latin typeface="+mn-lt"/>
                          <a:cs typeface="Arial" panose="020B0604020202020204" pitchFamily="34" charset="0"/>
                        </a:rPr>
                        <a:t>Sector</a:t>
                      </a:r>
                    </a:p>
                  </a:txBody>
                  <a:tcPr marL="43505" marR="4350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+mn-lt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Industry</a:t>
                      </a:r>
                      <a:endParaRPr lang="en-BE" sz="1400" kern="100"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013267"/>
                  </a:ext>
                </a:extLst>
              </a:tr>
              <a:tr h="228275">
                <a:tc rowSpan="10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Transport &amp; logistics</a:t>
                      </a:r>
                    </a:p>
                  </a:txBody>
                  <a:tcPr marL="43505" marR="4350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Automotive &amp; road transport</a:t>
                      </a:r>
                      <a:endParaRPr lang="en-BE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008461"/>
                  </a:ext>
                </a:extLst>
              </a:tr>
              <a:tr h="228275">
                <a:tc vMerge="1">
                  <a:txBody>
                    <a:bodyPr/>
                    <a:lstStyle/>
                    <a:p>
                      <a:pPr algn="ctr"/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Biking &amp; alternative transport</a:t>
                      </a:r>
                      <a:endParaRPr lang="en-BE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7665602"/>
                  </a:ext>
                </a:extLst>
              </a:tr>
              <a:tr h="228275">
                <a:tc vMerge="1">
                  <a:txBody>
                    <a:bodyPr/>
                    <a:lstStyle/>
                    <a:p>
                      <a:pPr algn="ctr"/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Rail transport </a:t>
                      </a:r>
                      <a:endParaRPr lang="en-BE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323890"/>
                  </a:ext>
                </a:extLst>
              </a:tr>
              <a:tr h="228275">
                <a:tc vMerge="1">
                  <a:txBody>
                    <a:bodyPr/>
                    <a:lstStyle/>
                    <a:p>
                      <a:pPr algn="ctr"/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Aviation</a:t>
                      </a:r>
                      <a:endParaRPr lang="en-BE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762400"/>
                  </a:ext>
                </a:extLst>
              </a:tr>
              <a:tr h="228275">
                <a:tc vMerge="1">
                  <a:txBody>
                    <a:bodyPr/>
                    <a:lstStyle/>
                    <a:p>
                      <a:pPr algn="ctr"/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Aerospace</a:t>
                      </a:r>
                      <a:endParaRPr lang="en-BE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871604"/>
                  </a:ext>
                </a:extLst>
              </a:tr>
              <a:tr h="2282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3505" marR="4350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Shipping </a:t>
                      </a:r>
                      <a:endParaRPr lang="en-BE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792517"/>
                  </a:ext>
                </a:extLst>
              </a:tr>
              <a:tr h="228275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Industrial transport</a:t>
                      </a:r>
                      <a:endParaRPr lang="en-BE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1405379"/>
                  </a:ext>
                </a:extLst>
              </a:tr>
              <a:tr h="228275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Warehousing, Storage &amp; distribution centers </a:t>
                      </a:r>
                      <a:endParaRPr lang="en-BE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667792"/>
                  </a:ext>
                </a:extLst>
              </a:tr>
              <a:tr h="228275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Postal &amp; parcel Services </a:t>
                      </a:r>
                      <a:endParaRPr lang="en-BE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149475"/>
                  </a:ext>
                </a:extLst>
              </a:tr>
              <a:tr h="30889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Travel, leisure &amp; Tourism</a:t>
                      </a:r>
                      <a:endParaRPr lang="en-BE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2528506"/>
                  </a:ext>
                </a:extLst>
              </a:tr>
              <a:tr h="228275">
                <a:tc rowSpan="10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Retail &amp; Consumer goods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b="1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  <a:latin typeface="+mn-lt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Fast moving consumer goods: Food &amp; Beverage</a:t>
                      </a:r>
                      <a:endParaRPr lang="en-BE" sz="1100" kern="100"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1920817"/>
                  </a:ext>
                </a:extLst>
              </a:tr>
              <a:tr h="228275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00">
                          <a:effectLst/>
                          <a:latin typeface="+mn-lt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Fast moving consumer goods: Homecare</a:t>
                      </a:r>
                      <a:endParaRPr lang="en-BE" sz="1100" kern="100"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604702"/>
                  </a:ext>
                </a:extLst>
              </a:tr>
              <a:tr h="228275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00">
                          <a:effectLst/>
                          <a:latin typeface="+mn-lt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Fast moving consumer goods: Personal care</a:t>
                      </a:r>
                      <a:endParaRPr lang="en-BE" sz="1100" kern="100"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80982"/>
                  </a:ext>
                </a:extLst>
              </a:tr>
              <a:tr h="228275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00">
                          <a:effectLst/>
                          <a:latin typeface="+mn-lt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Fast moving consumer goods: Baby &amp; childcare</a:t>
                      </a:r>
                      <a:endParaRPr lang="en-BE" sz="1100" kern="100"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970949"/>
                  </a:ext>
                </a:extLst>
              </a:tr>
              <a:tr h="228275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00">
                          <a:effectLst/>
                          <a:latin typeface="+mn-lt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Fast moving consumer goods: Petcare</a:t>
                      </a:r>
                      <a:endParaRPr lang="en-BE" sz="1100" kern="100"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98759"/>
                  </a:ext>
                </a:extLst>
              </a:tr>
              <a:tr h="228275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Luxury goods </a:t>
                      </a:r>
                      <a:endParaRPr lang="en-BE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725607"/>
                  </a:ext>
                </a:extLst>
              </a:tr>
              <a:tr h="228275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Retail: Grocery &amp; supermarkets</a:t>
                      </a:r>
                      <a:endParaRPr lang="en-BE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4630233"/>
                  </a:ext>
                </a:extLst>
              </a:tr>
              <a:tr h="228275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Retail: Fashion</a:t>
                      </a:r>
                      <a:endParaRPr lang="en-BE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22019"/>
                  </a:ext>
                </a:extLst>
              </a:tr>
              <a:tr h="228275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Retail: others (household goods, electronics...)</a:t>
                      </a:r>
                      <a:endParaRPr lang="en-BE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777778"/>
                  </a:ext>
                </a:extLst>
              </a:tr>
              <a:tr h="228275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Retail: Hotels, Restaurant, Catering</a:t>
                      </a:r>
                      <a:endParaRPr lang="en-BE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698329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BB38A456-6952-C107-9857-0AA8CAB18329}"/>
              </a:ext>
            </a:extLst>
          </p:cNvPr>
          <p:cNvSpPr/>
          <p:nvPr/>
        </p:nvSpPr>
        <p:spPr>
          <a:xfrm>
            <a:off x="0" y="0"/>
            <a:ext cx="4152900" cy="4460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Delete this slide in your final credential</a:t>
            </a:r>
          </a:p>
        </p:txBody>
      </p:sp>
    </p:spTree>
    <p:extLst>
      <p:ext uri="{BB962C8B-B14F-4D97-AF65-F5344CB8AC3E}">
        <p14:creationId xmlns:p14="http://schemas.microsoft.com/office/powerpoint/2010/main" val="52364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D830C-A73D-1193-07C5-5F41B9822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1CA93920-D0D9-F909-9E0E-C7CEFE6EB82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1" imgH="412" progId="TCLayout.ActiveDocument.1">
                  <p:embed/>
                </p:oleObj>
              </mc:Choice>
              <mc:Fallback>
                <p:oleObj name="think-cell Slide" r:id="rId3" imgW="411" imgH="412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A93920-D0D9-F909-9E0E-C7CEFE6EB8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DBD2F7-3358-B842-F127-8F27297622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816AAF-1513-44E8-AF59-0003DF94BF08}" type="slidenum">
              <a:rPr lang="en-US" smtClean="0"/>
              <a:t>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A72977-FA45-61CE-C80A-41CD317B5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Comprehensive overview of sectors &amp; industries [2/2]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C891A36-7AA2-2539-637B-F3D5481A8322}"/>
              </a:ext>
            </a:extLst>
          </p:cNvPr>
          <p:cNvGraphicFramePr>
            <a:graphicFrameLocks noGrp="1"/>
          </p:cNvGraphicFramePr>
          <p:nvPr/>
        </p:nvGraphicFramePr>
        <p:xfrm>
          <a:off x="471557" y="1189785"/>
          <a:ext cx="3555320" cy="423529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28668">
                  <a:extLst>
                    <a:ext uri="{9D8B030D-6E8A-4147-A177-3AD203B41FA5}">
                      <a16:colId xmlns:a16="http://schemas.microsoft.com/office/drawing/2014/main" val="1609212353"/>
                    </a:ext>
                  </a:extLst>
                </a:gridCol>
                <a:gridCol w="2526652">
                  <a:extLst>
                    <a:ext uri="{9D8B030D-6E8A-4147-A177-3AD203B41FA5}">
                      <a16:colId xmlns:a16="http://schemas.microsoft.com/office/drawing/2014/main" val="1413876429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400">
                          <a:latin typeface="+mn-lt"/>
                          <a:cs typeface="Arial" panose="020B0604020202020204" pitchFamily="34" charset="0"/>
                        </a:rPr>
                        <a:t>Sector</a:t>
                      </a:r>
                    </a:p>
                  </a:txBody>
                  <a:tcPr marL="43505" marR="4350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+mn-lt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Industry</a:t>
                      </a:r>
                      <a:endParaRPr lang="en-BE" sz="1400" kern="100"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075198"/>
                  </a:ext>
                </a:extLst>
              </a:tr>
              <a:tr h="239677">
                <a:tc rowSpan="9">
                  <a:txBody>
                    <a:bodyPr/>
                    <a:lstStyle/>
                    <a:p>
                      <a:pPr algn="ctr"/>
                      <a:r>
                        <a:rPr lang="en-US" sz="1100" b="1" kern="0">
                          <a:solidFill>
                            <a:schemeClr val="bg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Banking &amp; Insurance</a:t>
                      </a:r>
                      <a:endParaRPr lang="en-GB" sz="1100" b="1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Funds &amp; Asset Management </a:t>
                      </a:r>
                      <a:endParaRPr lang="en-BE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358936"/>
                  </a:ext>
                </a:extLst>
              </a:tr>
              <a:tr h="239677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Investment banking</a:t>
                      </a:r>
                      <a:endParaRPr lang="en-BE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142031"/>
                  </a:ext>
                </a:extLst>
              </a:tr>
              <a:tr h="239677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Corporate banking </a:t>
                      </a:r>
                      <a:endParaRPr lang="en-BE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170520"/>
                  </a:ext>
                </a:extLst>
              </a:tr>
              <a:tr h="239677">
                <a:tc vMerge="1">
                  <a:txBody>
                    <a:bodyPr/>
                    <a:lstStyle/>
                    <a:p>
                      <a:pPr algn="ctr"/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Private banking </a:t>
                      </a:r>
                      <a:endParaRPr lang="en-BE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328123"/>
                  </a:ext>
                </a:extLst>
              </a:tr>
              <a:tr h="239677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Retail banking</a:t>
                      </a:r>
                      <a:endParaRPr lang="en-BE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5461781"/>
                  </a:ext>
                </a:extLst>
              </a:tr>
              <a:tr h="239677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Custodian &amp; clearing services </a:t>
                      </a:r>
                      <a:endParaRPr lang="en-BE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2203300"/>
                  </a:ext>
                </a:extLst>
              </a:tr>
              <a:tr h="239677">
                <a:tc vMerge="1">
                  <a:txBody>
                    <a:bodyPr/>
                    <a:lstStyle/>
                    <a:p>
                      <a:pPr algn="ctr"/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Payment Systems </a:t>
                      </a:r>
                      <a:endParaRPr lang="en-BE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8091438"/>
                  </a:ext>
                </a:extLst>
              </a:tr>
              <a:tr h="239677">
                <a:tc vMerge="1">
                  <a:txBody>
                    <a:bodyPr/>
                    <a:lstStyle/>
                    <a:p>
                      <a:pPr algn="ctr"/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Fintech</a:t>
                      </a:r>
                      <a:endParaRPr lang="en-BE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5266406"/>
                  </a:ext>
                </a:extLst>
              </a:tr>
              <a:tr h="239677">
                <a:tc vMerge="1">
                  <a:txBody>
                    <a:bodyPr/>
                    <a:lstStyle/>
                    <a:p>
                      <a:pPr algn="ctr"/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Insurance</a:t>
                      </a:r>
                      <a:endParaRPr lang="en-BE" sz="12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105641"/>
                  </a:ext>
                </a:extLst>
              </a:tr>
              <a:tr h="228275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Private Equity &amp; Investors</a:t>
                      </a:r>
                    </a:p>
                  </a:txBody>
                  <a:tcPr marL="43505" marR="4350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Private Equity &amp; Venture Capital</a:t>
                      </a:r>
                      <a:endParaRPr lang="en-BE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519238"/>
                  </a:ext>
                </a:extLst>
              </a:tr>
              <a:tr h="228275">
                <a:tc vMerge="1">
                  <a:txBody>
                    <a:bodyPr/>
                    <a:lstStyle/>
                    <a:p>
                      <a:pPr algn="ctr"/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M&amp;A intermediaries</a:t>
                      </a:r>
                      <a:endParaRPr lang="en-BE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15332"/>
                  </a:ext>
                </a:extLst>
              </a:tr>
              <a:tr h="228275">
                <a:tc vMerge="1">
                  <a:txBody>
                    <a:bodyPr/>
                    <a:lstStyle/>
                    <a:p>
                      <a:pPr algn="ctr"/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Holding companies</a:t>
                      </a:r>
                      <a:endParaRPr lang="en-BE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080773"/>
                  </a:ext>
                </a:extLst>
              </a:tr>
              <a:tr h="228275"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Professional Services</a:t>
                      </a:r>
                    </a:p>
                  </a:txBody>
                  <a:tcPr marL="43505" marR="4350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Accounting firms</a:t>
                      </a:r>
                      <a:endParaRPr lang="en-BE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416801"/>
                  </a:ext>
                </a:extLst>
              </a:tr>
              <a:tr h="228275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Consulting &amp; Interim Management</a:t>
                      </a:r>
                      <a:endParaRPr lang="en-BE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638400"/>
                  </a:ext>
                </a:extLst>
              </a:tr>
              <a:tr h="228275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Lawyers</a:t>
                      </a:r>
                      <a:endParaRPr lang="en-BE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36601"/>
                  </a:ext>
                </a:extLst>
              </a:tr>
              <a:tr h="228275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Executive search</a:t>
                      </a:r>
                      <a:endParaRPr lang="en-BE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953295"/>
                  </a:ext>
                </a:extLst>
              </a:tr>
              <a:tr h="228275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Facility Management</a:t>
                      </a:r>
                      <a:endParaRPr lang="en-BE" sz="1100" kern="10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3756457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69CC081-5ACC-2A26-9092-535573B7DD85}"/>
              </a:ext>
            </a:extLst>
          </p:cNvPr>
          <p:cNvGraphicFramePr>
            <a:graphicFrameLocks noGrp="1"/>
          </p:cNvGraphicFramePr>
          <p:nvPr/>
        </p:nvGraphicFramePr>
        <p:xfrm>
          <a:off x="4317660" y="1189785"/>
          <a:ext cx="3556000" cy="32576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57185">
                  <a:extLst>
                    <a:ext uri="{9D8B030D-6E8A-4147-A177-3AD203B41FA5}">
                      <a16:colId xmlns:a16="http://schemas.microsoft.com/office/drawing/2014/main" val="1609212353"/>
                    </a:ext>
                  </a:extLst>
                </a:gridCol>
                <a:gridCol w="2398815">
                  <a:extLst>
                    <a:ext uri="{9D8B030D-6E8A-4147-A177-3AD203B41FA5}">
                      <a16:colId xmlns:a16="http://schemas.microsoft.com/office/drawing/2014/main" val="1413876429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Sector</a:t>
                      </a:r>
                    </a:p>
                  </a:txBody>
                  <a:tcPr marL="43505" marR="4350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Industry</a:t>
                      </a:r>
                      <a:endParaRPr lang="en-BE" sz="14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075198"/>
                  </a:ext>
                </a:extLst>
              </a:tr>
              <a:tr h="239677">
                <a:tc rowSpan="12">
                  <a:txBody>
                    <a:bodyPr/>
                    <a:lstStyle/>
                    <a:p>
                      <a:pPr algn="ctr"/>
                      <a:r>
                        <a:rPr lang="en-US" sz="1100" b="1" kern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Telecom, Media &amp; Technology</a:t>
                      </a:r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Media Production (audio, visual, ..)</a:t>
                      </a:r>
                      <a:endParaRPr lang="en-BE" sz="12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358936"/>
                  </a:ext>
                </a:extLst>
              </a:tr>
              <a:tr h="239677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Traditional publishers (Broadcasters, Newspapers, ..)</a:t>
                      </a:r>
                      <a:endParaRPr lang="en-BE" sz="12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142031"/>
                  </a:ext>
                </a:extLst>
              </a:tr>
              <a:tr h="239677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Digital Media publishers</a:t>
                      </a:r>
                      <a:endParaRPr lang="en-BE" sz="12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5170520"/>
                  </a:ext>
                </a:extLst>
              </a:tr>
              <a:tr h="239677">
                <a:tc vMerge="1">
                  <a:txBody>
                    <a:bodyPr/>
                    <a:lstStyle/>
                    <a:p>
                      <a:pPr algn="ctr"/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Advertising agencies </a:t>
                      </a:r>
                      <a:endParaRPr lang="en-BE" sz="12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328123"/>
                  </a:ext>
                </a:extLst>
              </a:tr>
              <a:tr h="239677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Entertainment</a:t>
                      </a:r>
                      <a:endParaRPr lang="en-BE" sz="12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5461781"/>
                  </a:ext>
                </a:extLst>
              </a:tr>
              <a:tr h="239677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Sports business</a:t>
                      </a:r>
                      <a:endParaRPr lang="en-BE" sz="12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2203300"/>
                  </a:ext>
                </a:extLst>
              </a:tr>
              <a:tr h="239677">
                <a:tc vMerge="1">
                  <a:txBody>
                    <a:bodyPr/>
                    <a:lstStyle/>
                    <a:p>
                      <a:pPr algn="ctr"/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Telecom service providers</a:t>
                      </a:r>
                      <a:endParaRPr lang="en-BE" sz="12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8091438"/>
                  </a:ext>
                </a:extLst>
              </a:tr>
              <a:tr h="239677">
                <a:tc vMerge="1">
                  <a:txBody>
                    <a:bodyPr/>
                    <a:lstStyle/>
                    <a:p>
                      <a:pPr algn="ctr"/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Telecom infrastructure </a:t>
                      </a:r>
                      <a:endParaRPr lang="en-BE" sz="12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5266406"/>
                  </a:ext>
                </a:extLst>
              </a:tr>
              <a:tr h="239677">
                <a:tc vMerge="1">
                  <a:txBody>
                    <a:bodyPr/>
                    <a:lstStyle/>
                    <a:p>
                      <a:pPr algn="ctr"/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Technology: cloud</a:t>
                      </a:r>
                      <a:endParaRPr lang="en-BE" sz="12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105641"/>
                  </a:ext>
                </a:extLst>
              </a:tr>
              <a:tr h="239677">
                <a:tc vMerge="1">
                  <a:txBody>
                    <a:bodyPr/>
                    <a:lstStyle/>
                    <a:p>
                      <a:pPr algn="ctr"/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Technology: hardware</a:t>
                      </a:r>
                      <a:endParaRPr lang="en-BE" sz="12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00847"/>
                  </a:ext>
                </a:extLst>
              </a:tr>
              <a:tr h="239677">
                <a:tc vMerge="1">
                  <a:txBody>
                    <a:bodyPr/>
                    <a:lstStyle/>
                    <a:p>
                      <a:pPr algn="ctr"/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Technology: semiconductors </a:t>
                      </a:r>
                      <a:endParaRPr lang="en-BE" sz="12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2391857"/>
                  </a:ext>
                </a:extLst>
              </a:tr>
              <a:tr h="239677">
                <a:tc vMerge="1">
                  <a:txBody>
                    <a:bodyPr/>
                    <a:lstStyle/>
                    <a:p>
                      <a:pPr algn="ctr"/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Internet, software &amp; platforms</a:t>
                      </a:r>
                      <a:endParaRPr lang="en-BE" sz="12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1486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6D97EDA-7999-3BC8-73F2-71ECC590D13F}"/>
              </a:ext>
            </a:extLst>
          </p:cNvPr>
          <p:cNvGraphicFramePr>
            <a:graphicFrameLocks noGrp="1"/>
          </p:cNvGraphicFramePr>
          <p:nvPr/>
        </p:nvGraphicFramePr>
        <p:xfrm>
          <a:off x="8164443" y="1189785"/>
          <a:ext cx="3556000" cy="1826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66719">
                  <a:extLst>
                    <a:ext uri="{9D8B030D-6E8A-4147-A177-3AD203B41FA5}">
                      <a16:colId xmlns:a16="http://schemas.microsoft.com/office/drawing/2014/main" val="2912146176"/>
                    </a:ext>
                  </a:extLst>
                </a:gridCol>
                <a:gridCol w="2389281">
                  <a:extLst>
                    <a:ext uri="{9D8B030D-6E8A-4147-A177-3AD203B41FA5}">
                      <a16:colId xmlns:a16="http://schemas.microsoft.com/office/drawing/2014/main" val="1293658934"/>
                    </a:ext>
                  </a:extLst>
                </a:gridCol>
              </a:tblGrid>
              <a:tr h="2282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GB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Sector</a:t>
                      </a:r>
                    </a:p>
                  </a:txBody>
                  <a:tcPr marL="43505" marR="4350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n-US" sz="1400" kern="10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Industry</a:t>
                      </a:r>
                      <a:endParaRPr lang="en-BE" sz="1400" kern="10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013267"/>
                  </a:ext>
                </a:extLst>
              </a:tr>
              <a:tr h="228275">
                <a:tc rowSpan="7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Social &amp; Public Sector</a:t>
                      </a:r>
                    </a:p>
                  </a:txBody>
                  <a:tcPr marL="43505" marR="4350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EU &amp; International institutions</a:t>
                      </a:r>
                      <a:endParaRPr lang="en-BE" sz="12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008461"/>
                  </a:ext>
                </a:extLst>
              </a:tr>
              <a:tr h="228275">
                <a:tc vMerge="1">
                  <a:txBody>
                    <a:bodyPr/>
                    <a:lstStyle/>
                    <a:p>
                      <a:pPr algn="ctr"/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Federal government</a:t>
                      </a:r>
                      <a:endParaRPr lang="en-BE" sz="12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7665602"/>
                  </a:ext>
                </a:extLst>
              </a:tr>
              <a:tr h="228275">
                <a:tc vMerge="1">
                  <a:txBody>
                    <a:bodyPr/>
                    <a:lstStyle/>
                    <a:p>
                      <a:pPr algn="ctr"/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Regional government</a:t>
                      </a:r>
                      <a:endParaRPr lang="en-BE" sz="12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323890"/>
                  </a:ext>
                </a:extLst>
              </a:tr>
              <a:tr h="228275">
                <a:tc vMerge="1">
                  <a:txBody>
                    <a:bodyPr/>
                    <a:lstStyle/>
                    <a:p>
                      <a:pPr algn="ctr"/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Intercommunal services</a:t>
                      </a:r>
                      <a:endParaRPr lang="en-BE" sz="12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762400"/>
                  </a:ext>
                </a:extLst>
              </a:tr>
              <a:tr h="228275">
                <a:tc vMerge="1">
                  <a:txBody>
                    <a:bodyPr/>
                    <a:lstStyle/>
                    <a:p>
                      <a:pPr algn="ctr"/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Defense</a:t>
                      </a:r>
                      <a:endParaRPr lang="en-BE" sz="12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871604"/>
                  </a:ext>
                </a:extLst>
              </a:tr>
              <a:tr h="2282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3505" marR="4350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Other Public Sector </a:t>
                      </a:r>
                      <a:endParaRPr lang="en-BE" sz="12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792517"/>
                  </a:ext>
                </a:extLst>
              </a:tr>
              <a:tr h="228275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b="1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3505" marR="43505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BE" sz="1100" kern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Non-governmental Organizations</a:t>
                      </a:r>
                      <a:endParaRPr lang="en-BE" sz="1200" kern="1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1405379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7B4D5F08-6CC9-3B0D-773F-D3DF272800AA}"/>
              </a:ext>
            </a:extLst>
          </p:cNvPr>
          <p:cNvSpPr/>
          <p:nvPr/>
        </p:nvSpPr>
        <p:spPr>
          <a:xfrm>
            <a:off x="0" y="0"/>
            <a:ext cx="4152900" cy="4460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Delete this slide in your final credential</a:t>
            </a:r>
          </a:p>
        </p:txBody>
      </p:sp>
    </p:spTree>
    <p:extLst>
      <p:ext uri="{BB962C8B-B14F-4D97-AF65-F5344CB8AC3E}">
        <p14:creationId xmlns:p14="http://schemas.microsoft.com/office/powerpoint/2010/main" val="19597080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5060&quot;&gt;&lt;version val=&quot;2807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3&quot;&gt;&lt;elem m_fUsage=&quot;5.09303524257100104222E+00&quot;&gt;&lt;m_msothmcolidx val=&quot;0&quot;/&gt;&lt;m_rgb r=&quot;6E&quot; g=&quot;97&quot; b=&quot;7A&quot;/&gt;&lt;m_nBrightness endver=&quot;26206&quot; val=&quot;0&quot;/&gt;&lt;/elem&gt;&lt;elem m_fUsage=&quot;2.36509892910000063537E+00&quot;&gt;&lt;m_msothmcolidx val=&quot;0&quot;/&gt;&lt;m_rgb r=&quot;FF&quot; g=&quot;D7&quot; b=&quot;D2&quot;/&gt;&lt;m_nBrightness endver=&quot;26206&quot; val=&quot;0&quot;/&gt;&lt;/elem&gt;&lt;elem m_fUsage=&quot;2.54186582832900132001E-01&quot;&gt;&lt;m_msothmcolidx val=&quot;0&quot;/&gt;&lt;m_rgb r=&quot;83&quot; g=&quot;82&quot; b=&quot;72&quot;/&gt;&lt;m_nBrightness endver=&quot;26206&quot; val=&quot;0&quot;/&gt;&lt;/elem&gt;&lt;/m_vecMRU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R6ZEt56n878JE0j2JXqW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R6ZEt56n878JE0j2JXqW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Eu1VGQuJPPpkb5ax.4Xl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Eu1VGQuJPPpkb5ax.4Xlg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W-Master-Base">
  <a:themeElements>
    <a:clrScheme name="BrightWolves">
      <a:dk1>
        <a:srgbClr val="002341"/>
      </a:dk1>
      <a:lt1>
        <a:srgbClr val="FFFEFB"/>
      </a:lt1>
      <a:dk2>
        <a:srgbClr val="1C636D"/>
      </a:dk2>
      <a:lt2>
        <a:srgbClr val="6DCCB3"/>
      </a:lt2>
      <a:accent1>
        <a:srgbClr val="4C6479"/>
      </a:accent1>
      <a:accent2>
        <a:srgbClr val="99A7B3"/>
      </a:accent2>
      <a:accent3>
        <a:srgbClr val="99DCCB"/>
      </a:accent3>
      <a:accent4>
        <a:srgbClr val="003BF6"/>
      </a:accent4>
      <a:accent5>
        <a:srgbClr val="9A3D9A"/>
      </a:accent5>
      <a:accent6>
        <a:srgbClr val="FFAD05"/>
      </a:accent6>
      <a:hlink>
        <a:srgbClr val="1C636D"/>
      </a:hlink>
      <a:folHlink>
        <a:srgbClr val="6DCCB3"/>
      </a:folHlink>
    </a:clrScheme>
    <a:fontScheme name="Custom 1">
      <a:majorFont>
        <a:latin typeface="Work San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3F70CC46-8F21-48B7-BF14-522DEF41A29C}" vid="{6685FFCD-F6F5-403A-BD0C-BE2F9964A53C}"/>
    </a:ext>
  </a:extLst>
</a:theme>
</file>

<file path=ppt/theme/theme2.xml><?xml version="1.0" encoding="utf-8"?>
<a:theme xmlns:a="http://schemas.openxmlformats.org/drawingml/2006/main" name="Office-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3ee9fc5-640f-4391-8e5d-46b55415d2b9">
      <Terms xmlns="http://schemas.microsoft.com/office/infopath/2007/PartnerControls"/>
    </lcf76f155ced4ddcb4097134ff3c332f>
    <TaxCatchAll xmlns="7423b131-b508-4551-978e-272121de95e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CBCEABE4EAEB4B814422892ABED935" ma:contentTypeVersion="14" ma:contentTypeDescription="Create a new document." ma:contentTypeScope="" ma:versionID="80e137680754ee3380df6a88e1d90013">
  <xsd:schema xmlns:xsd="http://www.w3.org/2001/XMLSchema" xmlns:xs="http://www.w3.org/2001/XMLSchema" xmlns:p="http://schemas.microsoft.com/office/2006/metadata/properties" xmlns:ns2="a3ee9fc5-640f-4391-8e5d-46b55415d2b9" xmlns:ns3="7423b131-b508-4551-978e-272121de95e9" targetNamespace="http://schemas.microsoft.com/office/2006/metadata/properties" ma:root="true" ma:fieldsID="27a713936dc89a795c1217d3d0a9d0b6" ns2:_="" ns3:_="">
    <xsd:import namespace="a3ee9fc5-640f-4391-8e5d-46b55415d2b9"/>
    <xsd:import namespace="7423b131-b508-4551-978e-272121de95e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ee9fc5-640f-4391-8e5d-46b55415d2b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3f0a491-1d2c-48cd-9eb1-467f52e818a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23b131-b508-4551-978e-272121de95e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76fbcf3-1df7-4a9d-a0de-0d9811be37be}" ma:internalName="TaxCatchAll" ma:showField="CatchAllData" ma:web="7423b131-b508-4551-978e-272121de95e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2723102-0DF2-4BA5-B3EE-9B36E91DD7C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9307475-EF95-4817-847F-D2D05DAFBB19}">
  <ds:schemaRefs>
    <ds:schemaRef ds:uri="7423b131-b508-4551-978e-272121de95e9"/>
    <ds:schemaRef ds:uri="a3ee9fc5-640f-4391-8e5d-46b55415d2b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9007EEB-469B-4965-AA08-CB21B08016C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3ee9fc5-640f-4391-8e5d-46b55415d2b9"/>
    <ds:schemaRef ds:uri="7423b131-b508-4551-978e-272121de95e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52</TotalTime>
  <Words>624</Words>
  <Application>Microsoft Office PowerPoint</Application>
  <PresentationFormat>Widescreen</PresentationFormat>
  <Paragraphs>231</Paragraphs>
  <Slides>6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Calibri</vt:lpstr>
      <vt:lpstr>Cambria</vt:lpstr>
      <vt:lpstr>Segoe UI Semibold</vt:lpstr>
      <vt:lpstr>Wingdings</vt:lpstr>
      <vt:lpstr>Work Sans</vt:lpstr>
      <vt:lpstr>BW-Master-Base</vt:lpstr>
      <vt:lpstr>think-cell Slide</vt:lpstr>
      <vt:lpstr>[TITLE]</vt:lpstr>
      <vt:lpstr>PowerPoint Presentation</vt:lpstr>
      <vt:lpstr>Project information</vt:lpstr>
      <vt:lpstr>Comprehensive overview of capabilities and subcapabilities</vt:lpstr>
      <vt:lpstr>Comprehensive overview of sectors &amp; industries [1/2]</vt:lpstr>
      <vt:lpstr>Comprehensive overview of sectors &amp; industries [2/2]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Credential Template</dc:title>
  <dc:creator>BrightWolves</dc:creator>
  <cp:lastModifiedBy>Achille Stockman</cp:lastModifiedBy>
  <cp:revision>3</cp:revision>
  <cp:lastPrinted>2019-01-09T19:20:41Z</cp:lastPrinted>
  <dcterms:created xsi:type="dcterms:W3CDTF">2017-11-06T16:49:13Z</dcterms:created>
  <dcterms:modified xsi:type="dcterms:W3CDTF">2026-04-02T15:54:31Z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0x01010028CBCEABE4EAEB4B814422892ABED935</vt:lpwstr>
  </property>
  <property fmtid="{D5CDD505-2E9C-101B-9397-08002B2CF9AE}" pid="3" name="Order">
    <vt:r8>3900</vt:r8>
  </property>
  <property fmtid="{D5CDD505-2E9C-101B-9397-08002B2CF9AE}" pid="4" name="MediaServiceImageTags">
    <vt:lpwstr/>
  </property>
</Properties>
</file>